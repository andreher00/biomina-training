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sldIdLst>
    <p:sldId id="256" r:id="rId5"/>
    <p:sldId id="257" r:id="rId6"/>
    <p:sldId id="285" r:id="rId7"/>
    <p:sldId id="258" r:id="rId8"/>
    <p:sldId id="259" r:id="rId9"/>
    <p:sldId id="260" r:id="rId10"/>
    <p:sldId id="261" r:id="rId11"/>
    <p:sldId id="262" r:id="rId12"/>
    <p:sldId id="263" r:id="rId13"/>
    <p:sldId id="264" r:id="rId14"/>
    <p:sldId id="265" r:id="rId15"/>
    <p:sldId id="266" r:id="rId16"/>
    <p:sldId id="267" r:id="rId17"/>
    <p:sldId id="268" r:id="rId18"/>
    <p:sldId id="270" r:id="rId19"/>
    <p:sldId id="269"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BF8857-7E0D-493D-B7D1-1294FDCF2F14}" v="8" dt="2026-04-03T15:15:29.3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39" d="100"/>
          <a:sy n="139" d="100"/>
        </p:scale>
        <p:origin x="120"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Misiti" userId="662b9334-fbcf-4af2-8e89-b299705417ff" providerId="ADAL" clId="{249864A4-316A-45F1-91C7-6860A5D0EB98}"/>
    <pc:docChg chg="undo redo custSel addSld delSld modSld">
      <pc:chgData name="Andrea Misiti" userId="662b9334-fbcf-4af2-8e89-b299705417ff" providerId="ADAL" clId="{249864A4-316A-45F1-91C7-6860A5D0EB98}" dt="2026-03-26T13:27:04.385" v="10123"/>
      <pc:docMkLst>
        <pc:docMk/>
      </pc:docMkLst>
      <pc:sldChg chg="modSp">
        <pc:chgData name="Andrea Misiti" userId="662b9334-fbcf-4af2-8e89-b299705417ff" providerId="ADAL" clId="{249864A4-316A-45F1-91C7-6860A5D0EB98}" dt="2026-03-23T10:28:11.952" v="7246"/>
        <pc:sldMkLst>
          <pc:docMk/>
          <pc:sldMk cId="2067501582" sldId="264"/>
        </pc:sldMkLst>
        <pc:spChg chg="mod">
          <ac:chgData name="Andrea Misiti" userId="662b9334-fbcf-4af2-8e89-b299705417ff" providerId="ADAL" clId="{249864A4-316A-45F1-91C7-6860A5D0EB98}" dt="2026-03-23T10:28:11.952" v="7246"/>
          <ac:spMkLst>
            <pc:docMk/>
            <pc:sldMk cId="2067501582" sldId="264"/>
            <ac:spMk id="3" creationId="{E341C943-4128-57D6-3A17-5410C64AC24E}"/>
          </ac:spMkLst>
        </pc:spChg>
      </pc:sldChg>
      <pc:sldChg chg="modSp new mod">
        <pc:chgData name="Andrea Misiti" userId="662b9334-fbcf-4af2-8e89-b299705417ff" providerId="ADAL" clId="{249864A4-316A-45F1-91C7-6860A5D0EB98}" dt="2026-03-20T09:57:54.654" v="596" actId="20577"/>
        <pc:sldMkLst>
          <pc:docMk/>
          <pc:sldMk cId="2267347960" sldId="266"/>
        </pc:sldMkLst>
        <pc:spChg chg="mod">
          <ac:chgData name="Andrea Misiti" userId="662b9334-fbcf-4af2-8e89-b299705417ff" providerId="ADAL" clId="{249864A4-316A-45F1-91C7-6860A5D0EB98}" dt="2026-03-20T09:54:56.689" v="34" actId="20577"/>
          <ac:spMkLst>
            <pc:docMk/>
            <pc:sldMk cId="2267347960" sldId="266"/>
            <ac:spMk id="2" creationId="{7CD96B14-6A24-9B16-F06E-0D212BC422C5}"/>
          </ac:spMkLst>
        </pc:spChg>
        <pc:spChg chg="mod">
          <ac:chgData name="Andrea Misiti" userId="662b9334-fbcf-4af2-8e89-b299705417ff" providerId="ADAL" clId="{249864A4-316A-45F1-91C7-6860A5D0EB98}" dt="2026-03-20T09:57:54.654" v="596" actId="20577"/>
          <ac:spMkLst>
            <pc:docMk/>
            <pc:sldMk cId="2267347960" sldId="266"/>
            <ac:spMk id="3" creationId="{7CF655C7-FBC9-BA83-CB34-8EF1EFC37421}"/>
          </ac:spMkLst>
        </pc:spChg>
      </pc:sldChg>
      <pc:sldChg chg="addSp delSp modSp new mod setBg">
        <pc:chgData name="Andrea Misiti" userId="662b9334-fbcf-4af2-8e89-b299705417ff" providerId="ADAL" clId="{249864A4-316A-45F1-91C7-6860A5D0EB98}" dt="2026-03-20T10:07:24.427" v="1346" actId="26606"/>
        <pc:sldMkLst>
          <pc:docMk/>
          <pc:sldMk cId="3230511427" sldId="267"/>
        </pc:sldMkLst>
        <pc:spChg chg="mod">
          <ac:chgData name="Andrea Misiti" userId="662b9334-fbcf-4af2-8e89-b299705417ff" providerId="ADAL" clId="{249864A4-316A-45F1-91C7-6860A5D0EB98}" dt="2026-03-20T10:07:24.427" v="1346" actId="26606"/>
          <ac:spMkLst>
            <pc:docMk/>
            <pc:sldMk cId="3230511427" sldId="267"/>
            <ac:spMk id="2" creationId="{2D7069D0-685D-27ED-BBD1-6A5FC8002609}"/>
          </ac:spMkLst>
        </pc:spChg>
        <pc:spChg chg="add del mod">
          <ac:chgData name="Andrea Misiti" userId="662b9334-fbcf-4af2-8e89-b299705417ff" providerId="ADAL" clId="{249864A4-316A-45F1-91C7-6860A5D0EB98}" dt="2026-03-20T10:07:24.427" v="1346" actId="26606"/>
          <ac:spMkLst>
            <pc:docMk/>
            <pc:sldMk cId="3230511427" sldId="267"/>
            <ac:spMk id="3" creationId="{54501897-0207-DF94-7E07-A309D957C745}"/>
          </ac:spMkLst>
        </pc:spChg>
      </pc:sldChg>
      <pc:sldChg chg="addSp delSp modSp new mod">
        <pc:chgData name="Andrea Misiti" userId="662b9334-fbcf-4af2-8e89-b299705417ff" providerId="ADAL" clId="{249864A4-316A-45F1-91C7-6860A5D0EB98}" dt="2026-03-26T13:27:04.385" v="10123"/>
        <pc:sldMkLst>
          <pc:docMk/>
          <pc:sldMk cId="505946796" sldId="268"/>
        </pc:sldMkLst>
        <pc:spChg chg="mod">
          <ac:chgData name="Andrea Misiti" userId="662b9334-fbcf-4af2-8e89-b299705417ff" providerId="ADAL" clId="{249864A4-316A-45F1-91C7-6860A5D0EB98}" dt="2026-03-20T10:04:22.425" v="1041" actId="20577"/>
          <ac:spMkLst>
            <pc:docMk/>
            <pc:sldMk cId="505946796" sldId="268"/>
            <ac:spMk id="2" creationId="{B3726201-D8A8-D2E1-6973-B9D225A6905B}"/>
          </ac:spMkLst>
        </pc:spChg>
        <pc:spChg chg="mod">
          <ac:chgData name="Andrea Misiti" userId="662b9334-fbcf-4af2-8e89-b299705417ff" providerId="ADAL" clId="{249864A4-316A-45F1-91C7-6860A5D0EB98}" dt="2026-03-20T14:32:09.247" v="3503" actId="113"/>
          <ac:spMkLst>
            <pc:docMk/>
            <pc:sldMk cId="505946796" sldId="268"/>
            <ac:spMk id="3" creationId="{343000CC-9146-B2C7-E3DD-BF2BDACC8804}"/>
          </ac:spMkLst>
        </pc:spChg>
      </pc:sldChg>
      <pc:sldChg chg="modSp new mod">
        <pc:chgData name="Andrea Misiti" userId="662b9334-fbcf-4af2-8e89-b299705417ff" providerId="ADAL" clId="{249864A4-316A-45F1-91C7-6860A5D0EB98}" dt="2026-03-20T10:10:46.024" v="1746" actId="20577"/>
        <pc:sldMkLst>
          <pc:docMk/>
          <pc:sldMk cId="2945759956" sldId="269"/>
        </pc:sldMkLst>
        <pc:spChg chg="mod">
          <ac:chgData name="Andrea Misiti" userId="662b9334-fbcf-4af2-8e89-b299705417ff" providerId="ADAL" clId="{249864A4-316A-45F1-91C7-6860A5D0EB98}" dt="2026-03-20T10:08:42.353" v="1410" actId="20577"/>
          <ac:spMkLst>
            <pc:docMk/>
            <pc:sldMk cId="2945759956" sldId="269"/>
            <ac:spMk id="2" creationId="{3DD55BF8-8F41-A08F-6A69-45E66A67CCAC}"/>
          </ac:spMkLst>
        </pc:spChg>
        <pc:spChg chg="mod">
          <ac:chgData name="Andrea Misiti" userId="662b9334-fbcf-4af2-8e89-b299705417ff" providerId="ADAL" clId="{249864A4-316A-45F1-91C7-6860A5D0EB98}" dt="2026-03-20T10:10:46.024" v="1746" actId="20577"/>
          <ac:spMkLst>
            <pc:docMk/>
            <pc:sldMk cId="2945759956" sldId="269"/>
            <ac:spMk id="3" creationId="{21BB8D38-5728-A64B-260F-E8135ED0C0D5}"/>
          </ac:spMkLst>
        </pc:spChg>
      </pc:sldChg>
      <pc:sldChg chg="addSp delSp modSp new mod setBg">
        <pc:chgData name="Andrea Misiti" userId="662b9334-fbcf-4af2-8e89-b299705417ff" providerId="ADAL" clId="{249864A4-316A-45F1-91C7-6860A5D0EB98}" dt="2026-03-20T10:17:42.071" v="2215" actId="26606"/>
        <pc:sldMkLst>
          <pc:docMk/>
          <pc:sldMk cId="1299195979" sldId="270"/>
        </pc:sldMkLst>
        <pc:spChg chg="mod">
          <ac:chgData name="Andrea Misiti" userId="662b9334-fbcf-4af2-8e89-b299705417ff" providerId="ADAL" clId="{249864A4-316A-45F1-91C7-6860A5D0EB98}" dt="2026-03-20T10:17:42.071" v="2215" actId="26606"/>
          <ac:spMkLst>
            <pc:docMk/>
            <pc:sldMk cId="1299195979" sldId="270"/>
            <ac:spMk id="2" creationId="{446679EE-31CF-489F-17F7-119B4789369B}"/>
          </ac:spMkLst>
        </pc:spChg>
        <pc:spChg chg="add">
          <ac:chgData name="Andrea Misiti" userId="662b9334-fbcf-4af2-8e89-b299705417ff" providerId="ADAL" clId="{249864A4-316A-45F1-91C7-6860A5D0EB98}" dt="2026-03-20T10:17:42.071" v="2215" actId="26606"/>
          <ac:spMkLst>
            <pc:docMk/>
            <pc:sldMk cId="1299195979" sldId="270"/>
            <ac:spMk id="9" creationId="{600DC1B0-7E1A-BD02-3F93-19E6B1B75075}"/>
          </ac:spMkLst>
        </pc:spChg>
        <pc:graphicFrameChg chg="add">
          <ac:chgData name="Andrea Misiti" userId="662b9334-fbcf-4af2-8e89-b299705417ff" providerId="ADAL" clId="{249864A4-316A-45F1-91C7-6860A5D0EB98}" dt="2026-03-20T10:17:42.071" v="2215" actId="26606"/>
          <ac:graphicFrameMkLst>
            <pc:docMk/>
            <pc:sldMk cId="1299195979" sldId="270"/>
            <ac:graphicFrameMk id="5" creationId="{27671ACE-4E7B-DB59-D01A-C407A8C77BD2}"/>
          </ac:graphicFrameMkLst>
        </pc:graphicFrameChg>
      </pc:sldChg>
      <pc:sldChg chg="addSp modSp new mod">
        <pc:chgData name="Andrea Misiti" userId="662b9334-fbcf-4af2-8e89-b299705417ff" providerId="ADAL" clId="{249864A4-316A-45F1-91C7-6860A5D0EB98}" dt="2026-03-20T13:32:43.060" v="2517" actId="20577"/>
        <pc:sldMkLst>
          <pc:docMk/>
          <pc:sldMk cId="1939424237" sldId="271"/>
        </pc:sldMkLst>
        <pc:spChg chg="mod">
          <ac:chgData name="Andrea Misiti" userId="662b9334-fbcf-4af2-8e89-b299705417ff" providerId="ADAL" clId="{249864A4-316A-45F1-91C7-6860A5D0EB98}" dt="2026-03-20T13:26:38.453" v="2243" actId="20577"/>
          <ac:spMkLst>
            <pc:docMk/>
            <pc:sldMk cId="1939424237" sldId="271"/>
            <ac:spMk id="2" creationId="{D032EE1D-B2D1-FBFC-50A9-CEE7047A9FD7}"/>
          </ac:spMkLst>
        </pc:spChg>
        <pc:spChg chg="mod">
          <ac:chgData name="Andrea Misiti" userId="662b9334-fbcf-4af2-8e89-b299705417ff" providerId="ADAL" clId="{249864A4-316A-45F1-91C7-6860A5D0EB98}" dt="2026-03-20T13:32:43.060" v="2517" actId="20577"/>
          <ac:spMkLst>
            <pc:docMk/>
            <pc:sldMk cId="1939424237" sldId="271"/>
            <ac:spMk id="3" creationId="{5E27BE1F-3679-AB5B-2817-1E9C58F3ADC2}"/>
          </ac:spMkLst>
        </pc:spChg>
        <pc:picChg chg="add mod">
          <ac:chgData name="Andrea Misiti" userId="662b9334-fbcf-4af2-8e89-b299705417ff" providerId="ADAL" clId="{249864A4-316A-45F1-91C7-6860A5D0EB98}" dt="2026-03-20T13:32:08.575" v="2431" actId="1076"/>
          <ac:picMkLst>
            <pc:docMk/>
            <pc:sldMk cId="1939424237" sldId="271"/>
            <ac:picMk id="5" creationId="{EAC58B6D-5B9C-B292-CD7D-28C0D28E4130}"/>
          </ac:picMkLst>
        </pc:picChg>
      </pc:sldChg>
      <pc:sldChg chg="addSp modSp new mod">
        <pc:chgData name="Andrea Misiti" userId="662b9334-fbcf-4af2-8e89-b299705417ff" providerId="ADAL" clId="{249864A4-316A-45F1-91C7-6860A5D0EB98}" dt="2026-03-20T14:02:14.274" v="2904" actId="207"/>
        <pc:sldMkLst>
          <pc:docMk/>
          <pc:sldMk cId="510639217" sldId="272"/>
        </pc:sldMkLst>
        <pc:spChg chg="mod">
          <ac:chgData name="Andrea Misiti" userId="662b9334-fbcf-4af2-8e89-b299705417ff" providerId="ADAL" clId="{249864A4-316A-45F1-91C7-6860A5D0EB98}" dt="2026-03-20T13:32:58.936" v="2535" actId="20577"/>
          <ac:spMkLst>
            <pc:docMk/>
            <pc:sldMk cId="510639217" sldId="272"/>
            <ac:spMk id="2" creationId="{12091252-E011-4902-F312-50E19935319A}"/>
          </ac:spMkLst>
        </pc:spChg>
        <pc:spChg chg="mod">
          <ac:chgData name="Andrea Misiti" userId="662b9334-fbcf-4af2-8e89-b299705417ff" providerId="ADAL" clId="{249864A4-316A-45F1-91C7-6860A5D0EB98}" dt="2026-03-20T14:01:02.152" v="2778" actId="20577"/>
          <ac:spMkLst>
            <pc:docMk/>
            <pc:sldMk cId="510639217" sldId="272"/>
            <ac:spMk id="3" creationId="{EE73F15B-B101-86B1-2888-B843E5664BBE}"/>
          </ac:spMkLst>
        </pc:spChg>
        <pc:spChg chg="add mod">
          <ac:chgData name="Andrea Misiti" userId="662b9334-fbcf-4af2-8e89-b299705417ff" providerId="ADAL" clId="{249864A4-316A-45F1-91C7-6860A5D0EB98}" dt="2026-03-20T14:02:07.068" v="2902" actId="207"/>
          <ac:spMkLst>
            <pc:docMk/>
            <pc:sldMk cId="510639217" sldId="272"/>
            <ac:spMk id="4" creationId="{3C4D54EB-90A1-FF2F-2BA4-C5C6F6271BA6}"/>
          </ac:spMkLst>
        </pc:spChg>
        <pc:spChg chg="add mod">
          <ac:chgData name="Andrea Misiti" userId="662b9334-fbcf-4af2-8e89-b299705417ff" providerId="ADAL" clId="{249864A4-316A-45F1-91C7-6860A5D0EB98}" dt="2026-03-20T14:02:11.859" v="2903" actId="207"/>
          <ac:spMkLst>
            <pc:docMk/>
            <pc:sldMk cId="510639217" sldId="272"/>
            <ac:spMk id="5" creationId="{8A53A24E-83B4-1B7D-1A85-9FD907CF46DA}"/>
          </ac:spMkLst>
        </pc:spChg>
        <pc:spChg chg="add mod">
          <ac:chgData name="Andrea Misiti" userId="662b9334-fbcf-4af2-8e89-b299705417ff" providerId="ADAL" clId="{249864A4-316A-45F1-91C7-6860A5D0EB98}" dt="2026-03-20T14:02:14.274" v="2904" actId="207"/>
          <ac:spMkLst>
            <pc:docMk/>
            <pc:sldMk cId="510639217" sldId="272"/>
            <ac:spMk id="6" creationId="{9CFDC2FE-4B9A-BA2B-74BB-195F18D342AD}"/>
          </ac:spMkLst>
        </pc:spChg>
        <pc:picChg chg="add mod">
          <ac:chgData name="Andrea Misiti" userId="662b9334-fbcf-4af2-8e89-b299705417ff" providerId="ADAL" clId="{249864A4-316A-45F1-91C7-6860A5D0EB98}" dt="2026-03-20T14:01:07.263" v="2779" actId="1076"/>
          <ac:picMkLst>
            <pc:docMk/>
            <pc:sldMk cId="510639217" sldId="272"/>
            <ac:picMk id="2050" creationId="{3D3A09E6-D317-EC9A-A2F0-BD34686D4012}"/>
          </ac:picMkLst>
        </pc:picChg>
      </pc:sldChg>
      <pc:sldChg chg="modSp new mod">
        <pc:chgData name="Andrea Misiti" userId="662b9334-fbcf-4af2-8e89-b299705417ff" providerId="ADAL" clId="{249864A4-316A-45F1-91C7-6860A5D0EB98}" dt="2026-03-20T14:12:36.890" v="3412" actId="20577"/>
        <pc:sldMkLst>
          <pc:docMk/>
          <pc:sldMk cId="1257633203" sldId="273"/>
        </pc:sldMkLst>
        <pc:spChg chg="mod">
          <ac:chgData name="Andrea Misiti" userId="662b9334-fbcf-4af2-8e89-b299705417ff" providerId="ADAL" clId="{249864A4-316A-45F1-91C7-6860A5D0EB98}" dt="2026-03-20T14:06:38.394" v="2918" actId="20577"/>
          <ac:spMkLst>
            <pc:docMk/>
            <pc:sldMk cId="1257633203" sldId="273"/>
            <ac:spMk id="2" creationId="{0C2DA528-AA49-4566-96C6-1B25CDC3F3F4}"/>
          </ac:spMkLst>
        </pc:spChg>
        <pc:spChg chg="mod">
          <ac:chgData name="Andrea Misiti" userId="662b9334-fbcf-4af2-8e89-b299705417ff" providerId="ADAL" clId="{249864A4-316A-45F1-91C7-6860A5D0EB98}" dt="2026-03-20T14:12:36.890" v="3412" actId="20577"/>
          <ac:spMkLst>
            <pc:docMk/>
            <pc:sldMk cId="1257633203" sldId="273"/>
            <ac:spMk id="3" creationId="{38774E4C-D1FF-5516-AAD6-DFADF0D06E46}"/>
          </ac:spMkLst>
        </pc:spChg>
      </pc:sldChg>
      <pc:sldChg chg="modSp new mod">
        <pc:chgData name="Andrea Misiti" userId="662b9334-fbcf-4af2-8e89-b299705417ff" providerId="ADAL" clId="{249864A4-316A-45F1-91C7-6860A5D0EB98}" dt="2026-03-23T10:30:19.163" v="7268" actId="313"/>
        <pc:sldMkLst>
          <pc:docMk/>
          <pc:sldMk cId="1871610084" sldId="274"/>
        </pc:sldMkLst>
        <pc:spChg chg="mod">
          <ac:chgData name="Andrea Misiti" userId="662b9334-fbcf-4af2-8e89-b299705417ff" providerId="ADAL" clId="{249864A4-316A-45F1-91C7-6860A5D0EB98}" dt="2026-03-20T14:32:45.341" v="3511" actId="20577"/>
          <ac:spMkLst>
            <pc:docMk/>
            <pc:sldMk cId="1871610084" sldId="274"/>
            <ac:spMk id="2" creationId="{C8C8D859-036E-2FBD-1F83-9D55BD4AD61D}"/>
          </ac:spMkLst>
        </pc:spChg>
        <pc:spChg chg="mod">
          <ac:chgData name="Andrea Misiti" userId="662b9334-fbcf-4af2-8e89-b299705417ff" providerId="ADAL" clId="{249864A4-316A-45F1-91C7-6860A5D0EB98}" dt="2026-03-23T10:30:19.163" v="7268" actId="313"/>
          <ac:spMkLst>
            <pc:docMk/>
            <pc:sldMk cId="1871610084" sldId="274"/>
            <ac:spMk id="3" creationId="{77C9CC8D-CD6B-4F74-8C2A-AC5ABCB3CCE2}"/>
          </ac:spMkLst>
        </pc:spChg>
      </pc:sldChg>
      <pc:sldChg chg="modSp new mod">
        <pc:chgData name="Andrea Misiti" userId="662b9334-fbcf-4af2-8e89-b299705417ff" providerId="ADAL" clId="{249864A4-316A-45F1-91C7-6860A5D0EB98}" dt="2026-03-20T14:43:48.537" v="4787" actId="21"/>
        <pc:sldMkLst>
          <pc:docMk/>
          <pc:sldMk cId="3678061998" sldId="275"/>
        </pc:sldMkLst>
        <pc:spChg chg="mod">
          <ac:chgData name="Andrea Misiti" userId="662b9334-fbcf-4af2-8e89-b299705417ff" providerId="ADAL" clId="{249864A4-316A-45F1-91C7-6860A5D0EB98}" dt="2026-03-20T14:38:47.455" v="4017" actId="20577"/>
          <ac:spMkLst>
            <pc:docMk/>
            <pc:sldMk cId="3678061998" sldId="275"/>
            <ac:spMk id="2" creationId="{3884A60E-B9AB-C16C-8D65-3643EC9CD439}"/>
          </ac:spMkLst>
        </pc:spChg>
        <pc:spChg chg="mod">
          <ac:chgData name="Andrea Misiti" userId="662b9334-fbcf-4af2-8e89-b299705417ff" providerId="ADAL" clId="{249864A4-316A-45F1-91C7-6860A5D0EB98}" dt="2026-03-20T14:43:48.537" v="4787" actId="21"/>
          <ac:spMkLst>
            <pc:docMk/>
            <pc:sldMk cId="3678061998" sldId="275"/>
            <ac:spMk id="3" creationId="{F2463FEC-CF5B-1E73-3B7C-ABAB504B0D73}"/>
          </ac:spMkLst>
        </pc:spChg>
      </pc:sldChg>
      <pc:sldChg chg="modSp new mod">
        <pc:chgData name="Andrea Misiti" userId="662b9334-fbcf-4af2-8e89-b299705417ff" providerId="ADAL" clId="{249864A4-316A-45F1-91C7-6860A5D0EB98}" dt="2026-03-23T10:31:08.486" v="7291" actId="20577"/>
        <pc:sldMkLst>
          <pc:docMk/>
          <pc:sldMk cId="2763770566" sldId="276"/>
        </pc:sldMkLst>
        <pc:spChg chg="mod">
          <ac:chgData name="Andrea Misiti" userId="662b9334-fbcf-4af2-8e89-b299705417ff" providerId="ADAL" clId="{249864A4-316A-45F1-91C7-6860A5D0EB98}" dt="2026-03-20T14:43:44.841" v="4786" actId="20577"/>
          <ac:spMkLst>
            <pc:docMk/>
            <pc:sldMk cId="2763770566" sldId="276"/>
            <ac:spMk id="2" creationId="{230D6E09-2677-0166-E22F-861F866D803B}"/>
          </ac:spMkLst>
        </pc:spChg>
        <pc:spChg chg="mod">
          <ac:chgData name="Andrea Misiti" userId="662b9334-fbcf-4af2-8e89-b299705417ff" providerId="ADAL" clId="{249864A4-316A-45F1-91C7-6860A5D0EB98}" dt="2026-03-23T10:31:08.486" v="7291" actId="20577"/>
          <ac:spMkLst>
            <pc:docMk/>
            <pc:sldMk cId="2763770566" sldId="276"/>
            <ac:spMk id="3" creationId="{676A5A87-A7EA-0253-0DF5-463BF768BA1E}"/>
          </ac:spMkLst>
        </pc:spChg>
      </pc:sldChg>
      <pc:sldChg chg="addSp delSp modSp new mod setBg">
        <pc:chgData name="Andrea Misiti" userId="662b9334-fbcf-4af2-8e89-b299705417ff" providerId="ADAL" clId="{249864A4-316A-45F1-91C7-6860A5D0EB98}" dt="2026-03-23T10:27:07.148" v="7227"/>
        <pc:sldMkLst>
          <pc:docMk/>
          <pc:sldMk cId="1066570899" sldId="277"/>
        </pc:sldMkLst>
        <pc:spChg chg="mod">
          <ac:chgData name="Andrea Misiti" userId="662b9334-fbcf-4af2-8e89-b299705417ff" providerId="ADAL" clId="{249864A4-316A-45F1-91C7-6860A5D0EB98}" dt="2026-03-23T10:09:50.794" v="5926" actId="26606"/>
          <ac:spMkLst>
            <pc:docMk/>
            <pc:sldMk cId="1066570899" sldId="277"/>
            <ac:spMk id="2" creationId="{3731FEA9-884B-84AE-27E4-4D6AA7474312}"/>
          </ac:spMkLst>
        </pc:spChg>
        <pc:spChg chg="add del mod">
          <ac:chgData name="Andrea Misiti" userId="662b9334-fbcf-4af2-8e89-b299705417ff" providerId="ADAL" clId="{249864A4-316A-45F1-91C7-6860A5D0EB98}" dt="2026-03-23T10:27:07.148" v="7227"/>
          <ac:spMkLst>
            <pc:docMk/>
            <pc:sldMk cId="1066570899" sldId="277"/>
            <ac:spMk id="3" creationId="{F63EE49B-477C-411F-BC05-B79BA277FDF9}"/>
          </ac:spMkLst>
        </pc:spChg>
      </pc:sldChg>
      <pc:sldChg chg="modSp new add del mod">
        <pc:chgData name="Andrea Misiti" userId="662b9334-fbcf-4af2-8e89-b299705417ff" providerId="ADAL" clId="{249864A4-316A-45F1-91C7-6860A5D0EB98}" dt="2026-03-23T10:27:44.625" v="7243"/>
        <pc:sldMkLst>
          <pc:docMk/>
          <pc:sldMk cId="2350280255" sldId="278"/>
        </pc:sldMkLst>
        <pc:spChg chg="mod">
          <ac:chgData name="Andrea Misiti" userId="662b9334-fbcf-4af2-8e89-b299705417ff" providerId="ADAL" clId="{249864A4-316A-45F1-91C7-6860A5D0EB98}" dt="2026-03-23T10:15:53.787" v="6334" actId="20577"/>
          <ac:spMkLst>
            <pc:docMk/>
            <pc:sldMk cId="2350280255" sldId="278"/>
            <ac:spMk id="2" creationId="{3024CC6B-5BBC-F2C4-0F6E-3E4E0B1D7A81}"/>
          </ac:spMkLst>
        </pc:spChg>
        <pc:spChg chg="mod">
          <ac:chgData name="Andrea Misiti" userId="662b9334-fbcf-4af2-8e89-b299705417ff" providerId="ADAL" clId="{249864A4-316A-45F1-91C7-6860A5D0EB98}" dt="2026-03-23T10:27:44.625" v="7243"/>
          <ac:spMkLst>
            <pc:docMk/>
            <pc:sldMk cId="2350280255" sldId="278"/>
            <ac:spMk id="3" creationId="{2D4F486D-9B34-C652-44CB-064357CF288F}"/>
          </ac:spMkLst>
        </pc:spChg>
      </pc:sldChg>
      <pc:sldChg chg="modSp new mod">
        <pc:chgData name="Andrea Misiti" userId="662b9334-fbcf-4af2-8e89-b299705417ff" providerId="ADAL" clId="{249864A4-316A-45F1-91C7-6860A5D0EB98}" dt="2026-03-23T10:20:40.983" v="6880" actId="20577"/>
        <pc:sldMkLst>
          <pc:docMk/>
          <pc:sldMk cId="975236551" sldId="279"/>
        </pc:sldMkLst>
        <pc:spChg chg="mod">
          <ac:chgData name="Andrea Misiti" userId="662b9334-fbcf-4af2-8e89-b299705417ff" providerId="ADAL" clId="{249864A4-316A-45F1-91C7-6860A5D0EB98}" dt="2026-03-23T10:16:00.010" v="6347" actId="20577"/>
          <ac:spMkLst>
            <pc:docMk/>
            <pc:sldMk cId="975236551" sldId="279"/>
            <ac:spMk id="2" creationId="{6134249F-B1B2-4D93-EE2F-1C79F7463BE2}"/>
          </ac:spMkLst>
        </pc:spChg>
        <pc:spChg chg="mod">
          <ac:chgData name="Andrea Misiti" userId="662b9334-fbcf-4af2-8e89-b299705417ff" providerId="ADAL" clId="{249864A4-316A-45F1-91C7-6860A5D0EB98}" dt="2026-03-23T10:20:40.983" v="6880" actId="20577"/>
          <ac:spMkLst>
            <pc:docMk/>
            <pc:sldMk cId="975236551" sldId="279"/>
            <ac:spMk id="3" creationId="{A93721EE-8CE1-C5D0-FA99-034D7C7A0034}"/>
          </ac:spMkLst>
        </pc:spChg>
      </pc:sldChg>
      <pc:sldChg chg="modSp new mod">
        <pc:chgData name="Andrea Misiti" userId="662b9334-fbcf-4af2-8e89-b299705417ff" providerId="ADAL" clId="{249864A4-316A-45F1-91C7-6860A5D0EB98}" dt="2026-03-23T10:36:17.246" v="7718" actId="20577"/>
        <pc:sldMkLst>
          <pc:docMk/>
          <pc:sldMk cId="993406357" sldId="280"/>
        </pc:sldMkLst>
        <pc:spChg chg="mod">
          <ac:chgData name="Andrea Misiti" userId="662b9334-fbcf-4af2-8e89-b299705417ff" providerId="ADAL" clId="{249864A4-316A-45F1-91C7-6860A5D0EB98}" dt="2026-03-23T10:20:57.866" v="6908" actId="20577"/>
          <ac:spMkLst>
            <pc:docMk/>
            <pc:sldMk cId="993406357" sldId="280"/>
            <ac:spMk id="2" creationId="{FE3F13AA-8AB4-C952-3860-3816B8E08CE8}"/>
          </ac:spMkLst>
        </pc:spChg>
        <pc:spChg chg="mod">
          <ac:chgData name="Andrea Misiti" userId="662b9334-fbcf-4af2-8e89-b299705417ff" providerId="ADAL" clId="{249864A4-316A-45F1-91C7-6860A5D0EB98}" dt="2026-03-23T10:36:17.246" v="7718" actId="20577"/>
          <ac:spMkLst>
            <pc:docMk/>
            <pc:sldMk cId="993406357" sldId="280"/>
            <ac:spMk id="3" creationId="{729ABA51-F1F4-0BF6-8A6A-C8CD9ACED2C3}"/>
          </ac:spMkLst>
        </pc:spChg>
      </pc:sldChg>
      <pc:sldChg chg="modSp new mod">
        <pc:chgData name="Andrea Misiti" userId="662b9334-fbcf-4af2-8e89-b299705417ff" providerId="ADAL" clId="{249864A4-316A-45F1-91C7-6860A5D0EB98}" dt="2026-03-23T10:38:06.566" v="7994" actId="20577"/>
        <pc:sldMkLst>
          <pc:docMk/>
          <pc:sldMk cId="2994925007" sldId="281"/>
        </pc:sldMkLst>
        <pc:spChg chg="mod">
          <ac:chgData name="Andrea Misiti" userId="662b9334-fbcf-4af2-8e89-b299705417ff" providerId="ADAL" clId="{249864A4-316A-45F1-91C7-6860A5D0EB98}" dt="2026-03-23T10:32:32.720" v="7326" actId="20577"/>
          <ac:spMkLst>
            <pc:docMk/>
            <pc:sldMk cId="2994925007" sldId="281"/>
            <ac:spMk id="2" creationId="{06C174DD-2A54-0513-15E2-E645A94614E6}"/>
          </ac:spMkLst>
        </pc:spChg>
        <pc:spChg chg="mod">
          <ac:chgData name="Andrea Misiti" userId="662b9334-fbcf-4af2-8e89-b299705417ff" providerId="ADAL" clId="{249864A4-316A-45F1-91C7-6860A5D0EB98}" dt="2026-03-23T10:38:06.566" v="7994" actId="20577"/>
          <ac:spMkLst>
            <pc:docMk/>
            <pc:sldMk cId="2994925007" sldId="281"/>
            <ac:spMk id="3" creationId="{B5DE4FAF-37D9-7E25-D21E-E2539DB843AE}"/>
          </ac:spMkLst>
        </pc:spChg>
      </pc:sldChg>
      <pc:sldChg chg="modSp new mod">
        <pc:chgData name="Andrea Misiti" userId="662b9334-fbcf-4af2-8e89-b299705417ff" providerId="ADAL" clId="{249864A4-316A-45F1-91C7-6860A5D0EB98}" dt="2026-03-23T14:33:15.950" v="9068" actId="120"/>
        <pc:sldMkLst>
          <pc:docMk/>
          <pc:sldMk cId="2637916830" sldId="282"/>
        </pc:sldMkLst>
        <pc:spChg chg="mod">
          <ac:chgData name="Andrea Misiti" userId="662b9334-fbcf-4af2-8e89-b299705417ff" providerId="ADAL" clId="{249864A4-316A-45F1-91C7-6860A5D0EB98}" dt="2026-03-23T14:20:04.005" v="8007" actId="20577"/>
          <ac:spMkLst>
            <pc:docMk/>
            <pc:sldMk cId="2637916830" sldId="282"/>
            <ac:spMk id="2" creationId="{1EB6C05F-2D84-AC7F-B155-B0141DD91778}"/>
          </ac:spMkLst>
        </pc:spChg>
        <pc:spChg chg="mod">
          <ac:chgData name="Andrea Misiti" userId="662b9334-fbcf-4af2-8e89-b299705417ff" providerId="ADAL" clId="{249864A4-316A-45F1-91C7-6860A5D0EB98}" dt="2026-03-23T14:33:15.950" v="9068" actId="120"/>
          <ac:spMkLst>
            <pc:docMk/>
            <pc:sldMk cId="2637916830" sldId="282"/>
            <ac:spMk id="3" creationId="{F8BB4F83-432D-A5CD-C223-6D0FFA6F6B47}"/>
          </ac:spMkLst>
        </pc:spChg>
      </pc:sldChg>
      <pc:sldChg chg="modSp new mod">
        <pc:chgData name="Andrea Misiti" userId="662b9334-fbcf-4af2-8e89-b299705417ff" providerId="ADAL" clId="{249864A4-316A-45F1-91C7-6860A5D0EB98}" dt="2026-03-23T14:38:36.049" v="9692" actId="20577"/>
        <pc:sldMkLst>
          <pc:docMk/>
          <pc:sldMk cId="1034135844" sldId="283"/>
        </pc:sldMkLst>
        <pc:spChg chg="mod">
          <ac:chgData name="Andrea Misiti" userId="662b9334-fbcf-4af2-8e89-b299705417ff" providerId="ADAL" clId="{249864A4-316A-45F1-91C7-6860A5D0EB98}" dt="2026-03-23T14:34:42.382" v="9077" actId="20577"/>
          <ac:spMkLst>
            <pc:docMk/>
            <pc:sldMk cId="1034135844" sldId="283"/>
            <ac:spMk id="2" creationId="{5EE0DD68-2687-3E0B-71F1-55C9F4422F92}"/>
          </ac:spMkLst>
        </pc:spChg>
        <pc:spChg chg="mod">
          <ac:chgData name="Andrea Misiti" userId="662b9334-fbcf-4af2-8e89-b299705417ff" providerId="ADAL" clId="{249864A4-316A-45F1-91C7-6860A5D0EB98}" dt="2026-03-23T14:38:36.049" v="9692" actId="20577"/>
          <ac:spMkLst>
            <pc:docMk/>
            <pc:sldMk cId="1034135844" sldId="283"/>
            <ac:spMk id="3" creationId="{72E6B18C-E21E-8DD2-F001-3EC684316688}"/>
          </ac:spMkLst>
        </pc:spChg>
      </pc:sldChg>
      <pc:sldChg chg="modSp new mod">
        <pc:chgData name="Andrea Misiti" userId="662b9334-fbcf-4af2-8e89-b299705417ff" providerId="ADAL" clId="{249864A4-316A-45F1-91C7-6860A5D0EB98}" dt="2026-03-23T14:41:28.514" v="10120" actId="20577"/>
        <pc:sldMkLst>
          <pc:docMk/>
          <pc:sldMk cId="1910714559" sldId="284"/>
        </pc:sldMkLst>
        <pc:spChg chg="mod">
          <ac:chgData name="Andrea Misiti" userId="662b9334-fbcf-4af2-8e89-b299705417ff" providerId="ADAL" clId="{249864A4-316A-45F1-91C7-6860A5D0EB98}" dt="2026-03-23T14:38:44.477" v="9730" actId="20577"/>
          <ac:spMkLst>
            <pc:docMk/>
            <pc:sldMk cId="1910714559" sldId="284"/>
            <ac:spMk id="2" creationId="{C380EE4A-B837-B79C-76B3-B87B9F9D319D}"/>
          </ac:spMkLst>
        </pc:spChg>
        <pc:spChg chg="mod">
          <ac:chgData name="Andrea Misiti" userId="662b9334-fbcf-4af2-8e89-b299705417ff" providerId="ADAL" clId="{249864A4-316A-45F1-91C7-6860A5D0EB98}" dt="2026-03-23T14:41:28.514" v="10120" actId="20577"/>
          <ac:spMkLst>
            <pc:docMk/>
            <pc:sldMk cId="1910714559" sldId="284"/>
            <ac:spMk id="3" creationId="{7CD91063-F5F7-BF5E-4880-26467A9AF6F6}"/>
          </ac:spMkLst>
        </pc:spChg>
      </pc:sldChg>
    </pc:docChg>
  </pc:docChgLst>
  <pc:docChgLst>
    <pc:chgData name="Andrea Misiti" userId="662b9334-fbcf-4af2-8e89-b299705417ff" providerId="ADAL" clId="{8B0E5DBC-70F7-47A2-A44B-D06CC56641D4}"/>
    <pc:docChg chg="custSel addSld modSld">
      <pc:chgData name="Andrea Misiti" userId="662b9334-fbcf-4af2-8e89-b299705417ff" providerId="ADAL" clId="{8B0E5DBC-70F7-47A2-A44B-D06CC56641D4}" dt="2026-04-03T15:19:53.576" v="404" actId="26606"/>
      <pc:docMkLst>
        <pc:docMk/>
      </pc:docMkLst>
      <pc:sldChg chg="addSp delSp modSp new mod setBg">
        <pc:chgData name="Andrea Misiti" userId="662b9334-fbcf-4af2-8e89-b299705417ff" providerId="ADAL" clId="{8B0E5DBC-70F7-47A2-A44B-D06CC56641D4}" dt="2026-04-03T15:19:53.576" v="404" actId="26606"/>
        <pc:sldMkLst>
          <pc:docMk/>
          <pc:sldMk cId="3164938394" sldId="285"/>
        </pc:sldMkLst>
        <pc:spChg chg="mod">
          <ac:chgData name="Andrea Misiti" userId="662b9334-fbcf-4af2-8e89-b299705417ff" providerId="ADAL" clId="{8B0E5DBC-70F7-47A2-A44B-D06CC56641D4}" dt="2026-04-03T15:16:00.884" v="260" actId="26606"/>
          <ac:spMkLst>
            <pc:docMk/>
            <pc:sldMk cId="3164938394" sldId="285"/>
            <ac:spMk id="2" creationId="{494D33B3-0B15-8BEC-6A5C-059A0374852F}"/>
          </ac:spMkLst>
        </pc:spChg>
        <pc:spChg chg="mod">
          <ac:chgData name="Andrea Misiti" userId="662b9334-fbcf-4af2-8e89-b299705417ff" providerId="ADAL" clId="{8B0E5DBC-70F7-47A2-A44B-D06CC56641D4}" dt="2026-04-03T15:19:53.576" v="404" actId="26606"/>
          <ac:spMkLst>
            <pc:docMk/>
            <pc:sldMk cId="3164938394" sldId="285"/>
            <ac:spMk id="3" creationId="{C73270CD-DEC2-7958-52DE-81F544B70367}"/>
          </ac:spMkLst>
        </pc:spChg>
        <pc:spChg chg="add del">
          <ac:chgData name="Andrea Misiti" userId="662b9334-fbcf-4af2-8e89-b299705417ff" providerId="ADAL" clId="{8B0E5DBC-70F7-47A2-A44B-D06CC56641D4}" dt="2026-04-03T15:19:53.576" v="404" actId="26606"/>
          <ac:spMkLst>
            <pc:docMk/>
            <pc:sldMk cId="3164938394" sldId="285"/>
            <ac:spMk id="1031" creationId="{CBB0869A-0BE5-B3E9-F73D-2F3691E4D932}"/>
          </ac:spMkLst>
        </pc:spChg>
        <pc:spChg chg="add">
          <ac:chgData name="Andrea Misiti" userId="662b9334-fbcf-4af2-8e89-b299705417ff" providerId="ADAL" clId="{8B0E5DBC-70F7-47A2-A44B-D06CC56641D4}" dt="2026-04-03T15:19:53.576" v="404" actId="26606"/>
          <ac:spMkLst>
            <pc:docMk/>
            <pc:sldMk cId="3164938394" sldId="285"/>
            <ac:spMk id="1036" creationId="{CBB0869A-0BE5-B3E9-F73D-2F3691E4D932}"/>
          </ac:spMkLst>
        </pc:spChg>
        <pc:picChg chg="add mod">
          <ac:chgData name="Andrea Misiti" userId="662b9334-fbcf-4af2-8e89-b299705417ff" providerId="ADAL" clId="{8B0E5DBC-70F7-47A2-A44B-D06CC56641D4}" dt="2026-04-03T15:16:00.884" v="260" actId="26606"/>
          <ac:picMkLst>
            <pc:docMk/>
            <pc:sldMk cId="3164938394" sldId="285"/>
            <ac:picMk id="1026" creationId="{2670CDB7-9E6C-3EC8-9AF5-6EF7C24252F5}"/>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557148-8E78-422E-9959-58C4430C754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66A31CB-BEB4-4B7B-90DD-1D26B9C61973}">
      <dgm:prSet/>
      <dgm:spPr/>
      <dgm:t>
        <a:bodyPr/>
        <a:lstStyle/>
        <a:p>
          <a:r>
            <a:rPr lang="en-US"/>
            <a:t>Google Colab is a platform that allows you to freely run Python code (with some limitations)</a:t>
          </a:r>
        </a:p>
      </dgm:t>
    </dgm:pt>
    <dgm:pt modelId="{1845F934-CFCE-4C35-81E9-DAB34AFD26C6}" type="parTrans" cxnId="{BBD82EBC-6501-47F9-A10B-809A2AF7E4A2}">
      <dgm:prSet/>
      <dgm:spPr/>
      <dgm:t>
        <a:bodyPr/>
        <a:lstStyle/>
        <a:p>
          <a:endParaRPr lang="en-US"/>
        </a:p>
      </dgm:t>
    </dgm:pt>
    <dgm:pt modelId="{EF303F5F-8D7A-4B25-9A5F-E5F21219EB29}" type="sibTrans" cxnId="{BBD82EBC-6501-47F9-A10B-809A2AF7E4A2}">
      <dgm:prSet/>
      <dgm:spPr/>
      <dgm:t>
        <a:bodyPr/>
        <a:lstStyle/>
        <a:p>
          <a:endParaRPr lang="en-US"/>
        </a:p>
      </dgm:t>
    </dgm:pt>
    <dgm:pt modelId="{E591817F-F71C-4520-A268-AF6268822279}">
      <dgm:prSet/>
      <dgm:spPr/>
      <dgm:t>
        <a:bodyPr/>
        <a:lstStyle/>
        <a:p>
          <a:r>
            <a:rPr lang="en-US"/>
            <a:t>It provides seamless Gemini integration for AI assistance chats and AI code editing / generation</a:t>
          </a:r>
        </a:p>
      </dgm:t>
    </dgm:pt>
    <dgm:pt modelId="{E555AFAD-C7F1-469E-8C31-48F8B6167A13}" type="parTrans" cxnId="{1B610D48-9C71-4FAB-A700-AB0D92788A80}">
      <dgm:prSet/>
      <dgm:spPr/>
      <dgm:t>
        <a:bodyPr/>
        <a:lstStyle/>
        <a:p>
          <a:endParaRPr lang="en-US"/>
        </a:p>
      </dgm:t>
    </dgm:pt>
    <dgm:pt modelId="{5FD1B3F0-4CCF-4DC4-A1E9-39B4D1E6195C}" type="sibTrans" cxnId="{1B610D48-9C71-4FAB-A700-AB0D92788A80}">
      <dgm:prSet/>
      <dgm:spPr/>
      <dgm:t>
        <a:bodyPr/>
        <a:lstStyle/>
        <a:p>
          <a:endParaRPr lang="en-US"/>
        </a:p>
      </dgm:t>
    </dgm:pt>
    <dgm:pt modelId="{66B45C58-441C-4DDA-9174-847BEE16FC6C}">
      <dgm:prSet/>
      <dgm:spPr/>
      <dgm:t>
        <a:bodyPr/>
        <a:lstStyle/>
        <a:p>
          <a:r>
            <a:rPr lang="en-US"/>
            <a:t>Code is organised in notebooks</a:t>
          </a:r>
        </a:p>
      </dgm:t>
    </dgm:pt>
    <dgm:pt modelId="{12C0254B-C60D-470C-A7C0-CC8B16B4E5B1}" type="parTrans" cxnId="{5C1EACD8-696A-4557-9B59-E24AF3876CBD}">
      <dgm:prSet/>
      <dgm:spPr/>
      <dgm:t>
        <a:bodyPr/>
        <a:lstStyle/>
        <a:p>
          <a:endParaRPr lang="en-US"/>
        </a:p>
      </dgm:t>
    </dgm:pt>
    <dgm:pt modelId="{48E20563-DC8E-48A8-8126-C5D843F878FE}" type="sibTrans" cxnId="{5C1EACD8-696A-4557-9B59-E24AF3876CBD}">
      <dgm:prSet/>
      <dgm:spPr/>
      <dgm:t>
        <a:bodyPr/>
        <a:lstStyle/>
        <a:p>
          <a:endParaRPr lang="en-US"/>
        </a:p>
      </dgm:t>
    </dgm:pt>
    <dgm:pt modelId="{EAA36F24-1621-47DE-8E39-209CA7F842D6}" type="pres">
      <dgm:prSet presAssocID="{92557148-8E78-422E-9959-58C4430C7540}" presName="linear" presStyleCnt="0">
        <dgm:presLayoutVars>
          <dgm:animLvl val="lvl"/>
          <dgm:resizeHandles val="exact"/>
        </dgm:presLayoutVars>
      </dgm:prSet>
      <dgm:spPr/>
    </dgm:pt>
    <dgm:pt modelId="{A4982BA6-F627-4EEA-A97C-FB6412C3CE23}" type="pres">
      <dgm:prSet presAssocID="{066A31CB-BEB4-4B7B-90DD-1D26B9C61973}" presName="parentText" presStyleLbl="node1" presStyleIdx="0" presStyleCnt="3">
        <dgm:presLayoutVars>
          <dgm:chMax val="0"/>
          <dgm:bulletEnabled val="1"/>
        </dgm:presLayoutVars>
      </dgm:prSet>
      <dgm:spPr/>
    </dgm:pt>
    <dgm:pt modelId="{E014D36D-E34F-4431-925A-1498D8C30D37}" type="pres">
      <dgm:prSet presAssocID="{EF303F5F-8D7A-4B25-9A5F-E5F21219EB29}" presName="spacer" presStyleCnt="0"/>
      <dgm:spPr/>
    </dgm:pt>
    <dgm:pt modelId="{10730018-FDF3-4234-81F9-D92BDA0CFBEE}" type="pres">
      <dgm:prSet presAssocID="{E591817F-F71C-4520-A268-AF6268822279}" presName="parentText" presStyleLbl="node1" presStyleIdx="1" presStyleCnt="3">
        <dgm:presLayoutVars>
          <dgm:chMax val="0"/>
          <dgm:bulletEnabled val="1"/>
        </dgm:presLayoutVars>
      </dgm:prSet>
      <dgm:spPr/>
    </dgm:pt>
    <dgm:pt modelId="{843CEBE9-4A72-46F2-B728-4CB4AC82F3FC}" type="pres">
      <dgm:prSet presAssocID="{5FD1B3F0-4CCF-4DC4-A1E9-39B4D1E6195C}" presName="spacer" presStyleCnt="0"/>
      <dgm:spPr/>
    </dgm:pt>
    <dgm:pt modelId="{1D6B9D09-4B39-4BD5-AF5F-2F22E1AE8E74}" type="pres">
      <dgm:prSet presAssocID="{66B45C58-441C-4DDA-9174-847BEE16FC6C}" presName="parentText" presStyleLbl="node1" presStyleIdx="2" presStyleCnt="3">
        <dgm:presLayoutVars>
          <dgm:chMax val="0"/>
          <dgm:bulletEnabled val="1"/>
        </dgm:presLayoutVars>
      </dgm:prSet>
      <dgm:spPr/>
    </dgm:pt>
  </dgm:ptLst>
  <dgm:cxnLst>
    <dgm:cxn modelId="{859E8001-61AA-4AF8-BBB1-28D85A35D4B1}" type="presOf" srcId="{66B45C58-441C-4DDA-9174-847BEE16FC6C}" destId="{1D6B9D09-4B39-4BD5-AF5F-2F22E1AE8E74}" srcOrd="0" destOrd="0" presId="urn:microsoft.com/office/officeart/2005/8/layout/vList2"/>
    <dgm:cxn modelId="{1B610D48-9C71-4FAB-A700-AB0D92788A80}" srcId="{92557148-8E78-422E-9959-58C4430C7540}" destId="{E591817F-F71C-4520-A268-AF6268822279}" srcOrd="1" destOrd="0" parTransId="{E555AFAD-C7F1-469E-8C31-48F8B6167A13}" sibTransId="{5FD1B3F0-4CCF-4DC4-A1E9-39B4D1E6195C}"/>
    <dgm:cxn modelId="{BBD82EBC-6501-47F9-A10B-809A2AF7E4A2}" srcId="{92557148-8E78-422E-9959-58C4430C7540}" destId="{066A31CB-BEB4-4B7B-90DD-1D26B9C61973}" srcOrd="0" destOrd="0" parTransId="{1845F934-CFCE-4C35-81E9-DAB34AFD26C6}" sibTransId="{EF303F5F-8D7A-4B25-9A5F-E5F21219EB29}"/>
    <dgm:cxn modelId="{5C1EACD8-696A-4557-9B59-E24AF3876CBD}" srcId="{92557148-8E78-422E-9959-58C4430C7540}" destId="{66B45C58-441C-4DDA-9174-847BEE16FC6C}" srcOrd="2" destOrd="0" parTransId="{12C0254B-C60D-470C-A7C0-CC8B16B4E5B1}" sibTransId="{48E20563-DC8E-48A8-8126-C5D843F878FE}"/>
    <dgm:cxn modelId="{03973DDF-A5BF-436F-952B-85DEF8DACC42}" type="presOf" srcId="{E591817F-F71C-4520-A268-AF6268822279}" destId="{10730018-FDF3-4234-81F9-D92BDA0CFBEE}" srcOrd="0" destOrd="0" presId="urn:microsoft.com/office/officeart/2005/8/layout/vList2"/>
    <dgm:cxn modelId="{1031A3F4-C342-4C57-8F3B-D7B288D7F93F}" type="presOf" srcId="{92557148-8E78-422E-9959-58C4430C7540}" destId="{EAA36F24-1621-47DE-8E39-209CA7F842D6}" srcOrd="0" destOrd="0" presId="urn:microsoft.com/office/officeart/2005/8/layout/vList2"/>
    <dgm:cxn modelId="{4478D1FF-770E-4C66-A1DD-A982113ADD27}" type="presOf" srcId="{066A31CB-BEB4-4B7B-90DD-1D26B9C61973}" destId="{A4982BA6-F627-4EEA-A97C-FB6412C3CE23}" srcOrd="0" destOrd="0" presId="urn:microsoft.com/office/officeart/2005/8/layout/vList2"/>
    <dgm:cxn modelId="{39A62B9E-1686-4226-8995-394BDAF08E0E}" type="presParOf" srcId="{EAA36F24-1621-47DE-8E39-209CA7F842D6}" destId="{A4982BA6-F627-4EEA-A97C-FB6412C3CE23}" srcOrd="0" destOrd="0" presId="urn:microsoft.com/office/officeart/2005/8/layout/vList2"/>
    <dgm:cxn modelId="{CEF3376F-A6CB-4AFA-9A99-85817BF891CC}" type="presParOf" srcId="{EAA36F24-1621-47DE-8E39-209CA7F842D6}" destId="{E014D36D-E34F-4431-925A-1498D8C30D37}" srcOrd="1" destOrd="0" presId="urn:microsoft.com/office/officeart/2005/8/layout/vList2"/>
    <dgm:cxn modelId="{5BAA411D-7DDE-4A75-A45E-862DE4747D09}" type="presParOf" srcId="{EAA36F24-1621-47DE-8E39-209CA7F842D6}" destId="{10730018-FDF3-4234-81F9-D92BDA0CFBEE}" srcOrd="2" destOrd="0" presId="urn:microsoft.com/office/officeart/2005/8/layout/vList2"/>
    <dgm:cxn modelId="{4C19FF68-1C0D-4826-8C29-7A54D09C3824}" type="presParOf" srcId="{EAA36F24-1621-47DE-8E39-209CA7F842D6}" destId="{843CEBE9-4A72-46F2-B728-4CB4AC82F3FC}" srcOrd="3" destOrd="0" presId="urn:microsoft.com/office/officeart/2005/8/layout/vList2"/>
    <dgm:cxn modelId="{D3B6B2EB-E686-4E06-B6AC-2058E3C864CE}" type="presParOf" srcId="{EAA36F24-1621-47DE-8E39-209CA7F842D6}" destId="{1D6B9D09-4B39-4BD5-AF5F-2F22E1AE8E7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9D528B-3592-4FE5-A266-698B2D991DB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C2443C2-FF38-41C7-97F0-263071A010AC}">
      <dgm:prSet/>
      <dgm:spPr/>
      <dgm:t>
        <a:bodyPr/>
        <a:lstStyle/>
        <a:p>
          <a:r>
            <a:rPr lang="en-US"/>
            <a:t>They make for easier to read and debug programs</a:t>
          </a:r>
        </a:p>
      </dgm:t>
    </dgm:pt>
    <dgm:pt modelId="{8171F9B7-E5C7-405D-BF7D-381E07186FC8}" type="parTrans" cxnId="{DE116FB0-5F73-413D-A9EE-4A81F7EE6B78}">
      <dgm:prSet/>
      <dgm:spPr/>
      <dgm:t>
        <a:bodyPr/>
        <a:lstStyle/>
        <a:p>
          <a:endParaRPr lang="en-US"/>
        </a:p>
      </dgm:t>
    </dgm:pt>
    <dgm:pt modelId="{9ED4DC74-22A8-4410-A648-2ABB8F3DFD15}" type="sibTrans" cxnId="{DE116FB0-5F73-413D-A9EE-4A81F7EE6B78}">
      <dgm:prSet/>
      <dgm:spPr/>
      <dgm:t>
        <a:bodyPr/>
        <a:lstStyle/>
        <a:p>
          <a:endParaRPr lang="en-US"/>
        </a:p>
      </dgm:t>
    </dgm:pt>
    <dgm:pt modelId="{6F7DDE85-0029-4B86-BF3D-AA5676DD95B0}">
      <dgm:prSet/>
      <dgm:spPr/>
      <dgm:t>
        <a:bodyPr/>
        <a:lstStyle/>
        <a:p>
          <a:r>
            <a:rPr lang="en-US"/>
            <a:t>They avoid repeating the same code over and over</a:t>
          </a:r>
        </a:p>
      </dgm:t>
    </dgm:pt>
    <dgm:pt modelId="{016E47AE-B593-4773-9121-F010E283B6F1}" type="parTrans" cxnId="{2E234D63-6C38-410B-9C71-9D340DDBF02D}">
      <dgm:prSet/>
      <dgm:spPr/>
      <dgm:t>
        <a:bodyPr/>
        <a:lstStyle/>
        <a:p>
          <a:endParaRPr lang="en-US"/>
        </a:p>
      </dgm:t>
    </dgm:pt>
    <dgm:pt modelId="{C37D7DA0-50EB-4825-AF9E-F5AFCF88DAFE}" type="sibTrans" cxnId="{2E234D63-6C38-410B-9C71-9D340DDBF02D}">
      <dgm:prSet/>
      <dgm:spPr/>
      <dgm:t>
        <a:bodyPr/>
        <a:lstStyle/>
        <a:p>
          <a:endParaRPr lang="en-US"/>
        </a:p>
      </dgm:t>
    </dgm:pt>
    <dgm:pt modelId="{2961B0A4-BE45-4AA4-8014-22EDF86A59BA}">
      <dgm:prSet/>
      <dgm:spPr/>
      <dgm:t>
        <a:bodyPr/>
        <a:lstStyle/>
        <a:p>
          <a:r>
            <a:rPr lang="en-US"/>
            <a:t>They allow you to build a complex program incrementally by breaking it down into simpler parts</a:t>
          </a:r>
        </a:p>
      </dgm:t>
    </dgm:pt>
    <dgm:pt modelId="{74ABC4A2-E751-450E-A9D6-EBF144EBF5B4}" type="parTrans" cxnId="{C2CA52E2-F1CA-4EEB-A527-C337DCB475F3}">
      <dgm:prSet/>
      <dgm:spPr/>
      <dgm:t>
        <a:bodyPr/>
        <a:lstStyle/>
        <a:p>
          <a:endParaRPr lang="en-US"/>
        </a:p>
      </dgm:t>
    </dgm:pt>
    <dgm:pt modelId="{A994FC9A-DE6C-4B33-9132-56892955C846}" type="sibTrans" cxnId="{C2CA52E2-F1CA-4EEB-A527-C337DCB475F3}">
      <dgm:prSet/>
      <dgm:spPr/>
      <dgm:t>
        <a:bodyPr/>
        <a:lstStyle/>
        <a:p>
          <a:endParaRPr lang="en-US"/>
        </a:p>
      </dgm:t>
    </dgm:pt>
    <dgm:pt modelId="{DDC4A1A2-51B1-4D58-B229-A7C558E7A01D}">
      <dgm:prSet/>
      <dgm:spPr/>
      <dgm:t>
        <a:bodyPr/>
        <a:lstStyle/>
        <a:p>
          <a:r>
            <a:rPr lang="en-US"/>
            <a:t>They allow for code reusability across programs</a:t>
          </a:r>
        </a:p>
      </dgm:t>
    </dgm:pt>
    <dgm:pt modelId="{59F215A4-1BEB-4F5A-8209-AF37A39556FF}" type="parTrans" cxnId="{851AA6E4-6215-47E6-BE36-4EDA7730FA8A}">
      <dgm:prSet/>
      <dgm:spPr/>
      <dgm:t>
        <a:bodyPr/>
        <a:lstStyle/>
        <a:p>
          <a:endParaRPr lang="en-US"/>
        </a:p>
      </dgm:t>
    </dgm:pt>
    <dgm:pt modelId="{B0E280EA-EE37-49D7-AFA0-BF8F791A7EA3}" type="sibTrans" cxnId="{851AA6E4-6215-47E6-BE36-4EDA7730FA8A}">
      <dgm:prSet/>
      <dgm:spPr/>
      <dgm:t>
        <a:bodyPr/>
        <a:lstStyle/>
        <a:p>
          <a:endParaRPr lang="en-US"/>
        </a:p>
      </dgm:t>
    </dgm:pt>
    <dgm:pt modelId="{943D1641-E2A8-4419-AEF6-7D5206A1C538}" type="pres">
      <dgm:prSet presAssocID="{FA9D528B-3592-4FE5-A266-698B2D991DB6}" presName="linear" presStyleCnt="0">
        <dgm:presLayoutVars>
          <dgm:animLvl val="lvl"/>
          <dgm:resizeHandles val="exact"/>
        </dgm:presLayoutVars>
      </dgm:prSet>
      <dgm:spPr/>
    </dgm:pt>
    <dgm:pt modelId="{134C540D-FF15-4073-A9ED-CDE085612D35}" type="pres">
      <dgm:prSet presAssocID="{5C2443C2-FF38-41C7-97F0-263071A010AC}" presName="parentText" presStyleLbl="node1" presStyleIdx="0" presStyleCnt="4">
        <dgm:presLayoutVars>
          <dgm:chMax val="0"/>
          <dgm:bulletEnabled val="1"/>
        </dgm:presLayoutVars>
      </dgm:prSet>
      <dgm:spPr/>
    </dgm:pt>
    <dgm:pt modelId="{2FDEA42B-B839-4B0C-9B2D-BE92784DC8F7}" type="pres">
      <dgm:prSet presAssocID="{9ED4DC74-22A8-4410-A648-2ABB8F3DFD15}" presName="spacer" presStyleCnt="0"/>
      <dgm:spPr/>
    </dgm:pt>
    <dgm:pt modelId="{477DD42B-1A8D-48B9-B932-866CAF05AB93}" type="pres">
      <dgm:prSet presAssocID="{6F7DDE85-0029-4B86-BF3D-AA5676DD95B0}" presName="parentText" presStyleLbl="node1" presStyleIdx="1" presStyleCnt="4">
        <dgm:presLayoutVars>
          <dgm:chMax val="0"/>
          <dgm:bulletEnabled val="1"/>
        </dgm:presLayoutVars>
      </dgm:prSet>
      <dgm:spPr/>
    </dgm:pt>
    <dgm:pt modelId="{87AFD8D2-F17A-4B39-8FD6-A774B69702C8}" type="pres">
      <dgm:prSet presAssocID="{C37D7DA0-50EB-4825-AF9E-F5AFCF88DAFE}" presName="spacer" presStyleCnt="0"/>
      <dgm:spPr/>
    </dgm:pt>
    <dgm:pt modelId="{5C236121-06D2-4F8C-9547-A80DE163AFF3}" type="pres">
      <dgm:prSet presAssocID="{2961B0A4-BE45-4AA4-8014-22EDF86A59BA}" presName="parentText" presStyleLbl="node1" presStyleIdx="2" presStyleCnt="4">
        <dgm:presLayoutVars>
          <dgm:chMax val="0"/>
          <dgm:bulletEnabled val="1"/>
        </dgm:presLayoutVars>
      </dgm:prSet>
      <dgm:spPr/>
    </dgm:pt>
    <dgm:pt modelId="{6EC43E32-ADFC-472C-A0FA-5E3D7022212A}" type="pres">
      <dgm:prSet presAssocID="{A994FC9A-DE6C-4B33-9132-56892955C846}" presName="spacer" presStyleCnt="0"/>
      <dgm:spPr/>
    </dgm:pt>
    <dgm:pt modelId="{D426A30B-550F-404E-AB95-E03CAC68317B}" type="pres">
      <dgm:prSet presAssocID="{DDC4A1A2-51B1-4D58-B229-A7C558E7A01D}" presName="parentText" presStyleLbl="node1" presStyleIdx="3" presStyleCnt="4">
        <dgm:presLayoutVars>
          <dgm:chMax val="0"/>
          <dgm:bulletEnabled val="1"/>
        </dgm:presLayoutVars>
      </dgm:prSet>
      <dgm:spPr/>
    </dgm:pt>
  </dgm:ptLst>
  <dgm:cxnLst>
    <dgm:cxn modelId="{AC3D6E37-2331-4102-AE66-3786DB74BE31}" type="presOf" srcId="{2961B0A4-BE45-4AA4-8014-22EDF86A59BA}" destId="{5C236121-06D2-4F8C-9547-A80DE163AFF3}" srcOrd="0" destOrd="0" presId="urn:microsoft.com/office/officeart/2005/8/layout/vList2"/>
    <dgm:cxn modelId="{2E234D63-6C38-410B-9C71-9D340DDBF02D}" srcId="{FA9D528B-3592-4FE5-A266-698B2D991DB6}" destId="{6F7DDE85-0029-4B86-BF3D-AA5676DD95B0}" srcOrd="1" destOrd="0" parTransId="{016E47AE-B593-4773-9121-F010E283B6F1}" sibTransId="{C37D7DA0-50EB-4825-AF9E-F5AFCF88DAFE}"/>
    <dgm:cxn modelId="{AB885278-70A6-42EE-B3F1-A8C88983BD76}" type="presOf" srcId="{FA9D528B-3592-4FE5-A266-698B2D991DB6}" destId="{943D1641-E2A8-4419-AEF6-7D5206A1C538}" srcOrd="0" destOrd="0" presId="urn:microsoft.com/office/officeart/2005/8/layout/vList2"/>
    <dgm:cxn modelId="{88A98559-008F-4387-A909-C6AAA518ED47}" type="presOf" srcId="{6F7DDE85-0029-4B86-BF3D-AA5676DD95B0}" destId="{477DD42B-1A8D-48B9-B932-866CAF05AB93}" srcOrd="0" destOrd="0" presId="urn:microsoft.com/office/officeart/2005/8/layout/vList2"/>
    <dgm:cxn modelId="{CF053E95-1472-453C-BF6E-6E5D4B1F2DAA}" type="presOf" srcId="{5C2443C2-FF38-41C7-97F0-263071A010AC}" destId="{134C540D-FF15-4073-A9ED-CDE085612D35}" srcOrd="0" destOrd="0" presId="urn:microsoft.com/office/officeart/2005/8/layout/vList2"/>
    <dgm:cxn modelId="{DE116FB0-5F73-413D-A9EE-4A81F7EE6B78}" srcId="{FA9D528B-3592-4FE5-A266-698B2D991DB6}" destId="{5C2443C2-FF38-41C7-97F0-263071A010AC}" srcOrd="0" destOrd="0" parTransId="{8171F9B7-E5C7-405D-BF7D-381E07186FC8}" sibTransId="{9ED4DC74-22A8-4410-A648-2ABB8F3DFD15}"/>
    <dgm:cxn modelId="{BBC710D7-DEB4-4CD6-8EAF-298C149CB22F}" type="presOf" srcId="{DDC4A1A2-51B1-4D58-B229-A7C558E7A01D}" destId="{D426A30B-550F-404E-AB95-E03CAC68317B}" srcOrd="0" destOrd="0" presId="urn:microsoft.com/office/officeart/2005/8/layout/vList2"/>
    <dgm:cxn modelId="{C2CA52E2-F1CA-4EEB-A527-C337DCB475F3}" srcId="{FA9D528B-3592-4FE5-A266-698B2D991DB6}" destId="{2961B0A4-BE45-4AA4-8014-22EDF86A59BA}" srcOrd="2" destOrd="0" parTransId="{74ABC4A2-E751-450E-A9D6-EBF144EBF5B4}" sibTransId="{A994FC9A-DE6C-4B33-9132-56892955C846}"/>
    <dgm:cxn modelId="{851AA6E4-6215-47E6-BE36-4EDA7730FA8A}" srcId="{FA9D528B-3592-4FE5-A266-698B2D991DB6}" destId="{DDC4A1A2-51B1-4D58-B229-A7C558E7A01D}" srcOrd="3" destOrd="0" parTransId="{59F215A4-1BEB-4F5A-8209-AF37A39556FF}" sibTransId="{B0E280EA-EE37-49D7-AFA0-BF8F791A7EA3}"/>
    <dgm:cxn modelId="{B6F9D802-3042-4CA1-BF6D-0BD6A10B852F}" type="presParOf" srcId="{943D1641-E2A8-4419-AEF6-7D5206A1C538}" destId="{134C540D-FF15-4073-A9ED-CDE085612D35}" srcOrd="0" destOrd="0" presId="urn:microsoft.com/office/officeart/2005/8/layout/vList2"/>
    <dgm:cxn modelId="{913304B4-4884-4480-AB21-327477D42373}" type="presParOf" srcId="{943D1641-E2A8-4419-AEF6-7D5206A1C538}" destId="{2FDEA42B-B839-4B0C-9B2D-BE92784DC8F7}" srcOrd="1" destOrd="0" presId="urn:microsoft.com/office/officeart/2005/8/layout/vList2"/>
    <dgm:cxn modelId="{03A21261-D4B6-4845-AAC8-D0BFE7171A57}" type="presParOf" srcId="{943D1641-E2A8-4419-AEF6-7D5206A1C538}" destId="{477DD42B-1A8D-48B9-B932-866CAF05AB93}" srcOrd="2" destOrd="0" presId="urn:microsoft.com/office/officeart/2005/8/layout/vList2"/>
    <dgm:cxn modelId="{0A066A2E-983B-484B-87F0-FC483402D376}" type="presParOf" srcId="{943D1641-E2A8-4419-AEF6-7D5206A1C538}" destId="{87AFD8D2-F17A-4B39-8FD6-A774B69702C8}" srcOrd="3" destOrd="0" presId="urn:microsoft.com/office/officeart/2005/8/layout/vList2"/>
    <dgm:cxn modelId="{13882EE4-D391-4CF1-ACEE-71F33D61E20F}" type="presParOf" srcId="{943D1641-E2A8-4419-AEF6-7D5206A1C538}" destId="{5C236121-06D2-4F8C-9547-A80DE163AFF3}" srcOrd="4" destOrd="0" presId="urn:microsoft.com/office/officeart/2005/8/layout/vList2"/>
    <dgm:cxn modelId="{6A79F4E2-DB39-4836-8A33-A61F4BABDCD8}" type="presParOf" srcId="{943D1641-E2A8-4419-AEF6-7D5206A1C538}" destId="{6EC43E32-ADFC-472C-A0FA-5E3D7022212A}" srcOrd="5" destOrd="0" presId="urn:microsoft.com/office/officeart/2005/8/layout/vList2"/>
    <dgm:cxn modelId="{5835782F-7538-499B-8CE0-D84EE138E555}" type="presParOf" srcId="{943D1641-E2A8-4419-AEF6-7D5206A1C538}" destId="{D426A30B-550F-404E-AB95-E03CAC68317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982BA6-F627-4EEA-A97C-FB6412C3CE23}">
      <dsp:nvSpPr>
        <dsp:cNvPr id="0" name=""/>
        <dsp:cNvSpPr/>
      </dsp:nvSpPr>
      <dsp:spPr>
        <a:xfrm>
          <a:off x="0" y="161638"/>
          <a:ext cx="6949440" cy="17596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Google Colab is a platform that allows you to freely run Python code (with some limitations)</a:t>
          </a:r>
        </a:p>
      </dsp:txBody>
      <dsp:txXfrm>
        <a:off x="85900" y="247538"/>
        <a:ext cx="6777640" cy="1587880"/>
      </dsp:txXfrm>
    </dsp:sp>
    <dsp:sp modelId="{10730018-FDF3-4234-81F9-D92BDA0CFBEE}">
      <dsp:nvSpPr>
        <dsp:cNvPr id="0" name=""/>
        <dsp:cNvSpPr/>
      </dsp:nvSpPr>
      <dsp:spPr>
        <a:xfrm>
          <a:off x="0" y="2013478"/>
          <a:ext cx="6949440" cy="1759680"/>
        </a:xfrm>
        <a:prstGeom prst="roundRect">
          <a:avLst/>
        </a:prstGeom>
        <a:solidFill>
          <a:schemeClr val="accent2">
            <a:hueOff val="-520665"/>
            <a:satOff val="-10816"/>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It provides seamless Gemini integration for AI assistance chats and AI code editing / generation</a:t>
          </a:r>
        </a:p>
      </dsp:txBody>
      <dsp:txXfrm>
        <a:off x="85900" y="2099378"/>
        <a:ext cx="6777640" cy="1587880"/>
      </dsp:txXfrm>
    </dsp:sp>
    <dsp:sp modelId="{1D6B9D09-4B39-4BD5-AF5F-2F22E1AE8E74}">
      <dsp:nvSpPr>
        <dsp:cNvPr id="0" name=""/>
        <dsp:cNvSpPr/>
      </dsp:nvSpPr>
      <dsp:spPr>
        <a:xfrm>
          <a:off x="0" y="3865318"/>
          <a:ext cx="6949440" cy="1759680"/>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Code is organised in notebooks</a:t>
          </a:r>
        </a:p>
      </dsp:txBody>
      <dsp:txXfrm>
        <a:off x="85900" y="3951218"/>
        <a:ext cx="6777640" cy="1587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C540D-FF15-4073-A9ED-CDE085612D35}">
      <dsp:nvSpPr>
        <dsp:cNvPr id="0" name=""/>
        <dsp:cNvSpPr/>
      </dsp:nvSpPr>
      <dsp:spPr>
        <a:xfrm>
          <a:off x="0" y="104489"/>
          <a:ext cx="6949440" cy="13425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They make for easier to read and debug programs</a:t>
          </a:r>
        </a:p>
      </dsp:txBody>
      <dsp:txXfrm>
        <a:off x="65539" y="170028"/>
        <a:ext cx="6818362" cy="1211496"/>
      </dsp:txXfrm>
    </dsp:sp>
    <dsp:sp modelId="{477DD42B-1A8D-48B9-B932-866CAF05AB93}">
      <dsp:nvSpPr>
        <dsp:cNvPr id="0" name=""/>
        <dsp:cNvSpPr/>
      </dsp:nvSpPr>
      <dsp:spPr>
        <a:xfrm>
          <a:off x="0" y="1516184"/>
          <a:ext cx="6949440" cy="1342574"/>
        </a:xfrm>
        <a:prstGeom prst="roundRect">
          <a:avLst/>
        </a:prstGeom>
        <a:solidFill>
          <a:schemeClr val="accent2">
            <a:hueOff val="-347110"/>
            <a:satOff val="-7210"/>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They avoid repeating the same code over and over</a:t>
          </a:r>
        </a:p>
      </dsp:txBody>
      <dsp:txXfrm>
        <a:off x="65539" y="1581723"/>
        <a:ext cx="6818362" cy="1211496"/>
      </dsp:txXfrm>
    </dsp:sp>
    <dsp:sp modelId="{5C236121-06D2-4F8C-9547-A80DE163AFF3}">
      <dsp:nvSpPr>
        <dsp:cNvPr id="0" name=""/>
        <dsp:cNvSpPr/>
      </dsp:nvSpPr>
      <dsp:spPr>
        <a:xfrm>
          <a:off x="0" y="2927879"/>
          <a:ext cx="6949440" cy="1342574"/>
        </a:xfrm>
        <a:prstGeom prst="roundRect">
          <a:avLst/>
        </a:prstGeom>
        <a:solidFill>
          <a:schemeClr val="accent2">
            <a:hueOff val="-694219"/>
            <a:satOff val="-14421"/>
            <a:lumOff val="-392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They allow you to build a complex program incrementally by breaking it down into simpler parts</a:t>
          </a:r>
        </a:p>
      </dsp:txBody>
      <dsp:txXfrm>
        <a:off x="65539" y="2993418"/>
        <a:ext cx="6818362" cy="1211496"/>
      </dsp:txXfrm>
    </dsp:sp>
    <dsp:sp modelId="{D426A30B-550F-404E-AB95-E03CAC68317B}">
      <dsp:nvSpPr>
        <dsp:cNvPr id="0" name=""/>
        <dsp:cNvSpPr/>
      </dsp:nvSpPr>
      <dsp:spPr>
        <a:xfrm>
          <a:off x="0" y="4339574"/>
          <a:ext cx="6949440" cy="1342574"/>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They allow for code reusability across programs</a:t>
          </a:r>
        </a:p>
      </dsp:txBody>
      <dsp:txXfrm>
        <a:off x="65539" y="4405113"/>
        <a:ext cx="6818362" cy="121149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4/3/2026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841840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4/3/2026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82097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4/3/2026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813341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4/3/2026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128135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4/3/2026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587384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4/3/2026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506331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4/3/2026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398553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4/3/2026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905992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4/3/2026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002520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4/3/2026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91773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4/3/2026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028646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4/3/2026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a:t>
            </a:fld>
            <a:endParaRPr lang="en-US"/>
          </a:p>
        </p:txBody>
      </p:sp>
    </p:spTree>
    <p:extLst>
      <p:ext uri="{BB962C8B-B14F-4D97-AF65-F5344CB8AC3E}">
        <p14:creationId xmlns:p14="http://schemas.microsoft.com/office/powerpoint/2010/main" val="1610666333"/>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Magnifying glass showing decling performance">
            <a:extLst>
              <a:ext uri="{FF2B5EF4-FFF2-40B4-BE49-F238E27FC236}">
                <a16:creationId xmlns:a16="http://schemas.microsoft.com/office/drawing/2014/main" id="{744466C3-8152-62D7-3B4E-829C050EEC8E}"/>
              </a:ext>
            </a:extLst>
          </p:cNvPr>
          <p:cNvPicPr>
            <a:picLocks noChangeAspect="1"/>
          </p:cNvPicPr>
          <p:nvPr/>
        </p:nvPicPr>
        <p:blipFill>
          <a:blip r:embed="rId2">
            <a:alphaModFix amt="60000"/>
          </a:blip>
          <a:srcRect t="1220" b="14510"/>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BF6051A2-7296-D482-95DB-87860805BB80}"/>
              </a:ext>
            </a:extLst>
          </p:cNvPr>
          <p:cNvSpPr>
            <a:spLocks noGrp="1"/>
          </p:cNvSpPr>
          <p:nvPr>
            <p:ph type="ctrTitle"/>
          </p:nvPr>
        </p:nvSpPr>
        <p:spPr>
          <a:xfrm>
            <a:off x="2301923" y="1482602"/>
            <a:ext cx="7588155" cy="2236264"/>
          </a:xfrm>
        </p:spPr>
        <p:txBody>
          <a:bodyPr>
            <a:normAutofit/>
          </a:bodyPr>
          <a:lstStyle/>
          <a:p>
            <a:r>
              <a:rPr lang="en-US" sz="5000">
                <a:solidFill>
                  <a:srgbClr val="FFFFFF"/>
                </a:solidFill>
              </a:rPr>
              <a:t>Introduction to Python and Data Analysis</a:t>
            </a:r>
            <a:endParaRPr lang="en-BE" sz="5000">
              <a:solidFill>
                <a:srgbClr val="FFFFFF"/>
              </a:solidFill>
            </a:endParaRPr>
          </a:p>
        </p:txBody>
      </p:sp>
      <p:sp>
        <p:nvSpPr>
          <p:cNvPr id="3" name="Subtitle 2">
            <a:extLst>
              <a:ext uri="{FF2B5EF4-FFF2-40B4-BE49-F238E27FC236}">
                <a16:creationId xmlns:a16="http://schemas.microsoft.com/office/drawing/2014/main" id="{5297062D-A951-419A-4105-C46ED611BD1E}"/>
              </a:ext>
            </a:extLst>
          </p:cNvPr>
          <p:cNvSpPr>
            <a:spLocks noGrp="1"/>
          </p:cNvSpPr>
          <p:nvPr>
            <p:ph type="subTitle" idx="1"/>
          </p:nvPr>
        </p:nvSpPr>
        <p:spPr>
          <a:xfrm>
            <a:off x="2301923" y="3793937"/>
            <a:ext cx="7588155" cy="1414091"/>
          </a:xfrm>
        </p:spPr>
        <p:txBody>
          <a:bodyPr>
            <a:normAutofit/>
          </a:bodyPr>
          <a:lstStyle/>
          <a:p>
            <a:pPr>
              <a:lnSpc>
                <a:spcPct val="110000"/>
              </a:lnSpc>
            </a:pPr>
            <a:r>
              <a:rPr lang="en-US" sz="1400">
                <a:solidFill>
                  <a:srgbClr val="FFFFFF"/>
                </a:solidFill>
              </a:rPr>
              <a:t>Day 1</a:t>
            </a:r>
          </a:p>
          <a:p>
            <a:pPr>
              <a:lnSpc>
                <a:spcPct val="110000"/>
              </a:lnSpc>
            </a:pPr>
            <a:r>
              <a:rPr lang="en-US" sz="1400">
                <a:solidFill>
                  <a:srgbClr val="FFFFFF"/>
                </a:solidFill>
              </a:rPr>
              <a:t>Curro Campuzano Jimenez &amp; Andrea Misiti</a:t>
            </a:r>
          </a:p>
          <a:p>
            <a:pPr>
              <a:lnSpc>
                <a:spcPct val="110000"/>
              </a:lnSpc>
            </a:pPr>
            <a:r>
              <a:rPr lang="en-US" sz="1400">
                <a:solidFill>
                  <a:srgbClr val="FFFFFF"/>
                </a:solidFill>
              </a:rPr>
              <a:t>BIOMINA</a:t>
            </a:r>
          </a:p>
          <a:p>
            <a:pPr>
              <a:lnSpc>
                <a:spcPct val="110000"/>
              </a:lnSpc>
            </a:pPr>
            <a:r>
              <a:rPr lang="en-US" sz="1400">
                <a:solidFill>
                  <a:srgbClr val="FFFFFF"/>
                </a:solidFill>
              </a:rPr>
              <a:t>University of Antwerp</a:t>
            </a:r>
            <a:endParaRPr lang="en-BE" sz="1400">
              <a:solidFill>
                <a:srgbClr val="FFFFFF"/>
              </a:solidFill>
            </a:endParaRPr>
          </a:p>
        </p:txBody>
      </p:sp>
    </p:spTree>
    <p:extLst>
      <p:ext uri="{BB962C8B-B14F-4D97-AF65-F5344CB8AC3E}">
        <p14:creationId xmlns:p14="http://schemas.microsoft.com/office/powerpoint/2010/main" val="35719004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109CBC-FF29-4E71-B3BD-A4ADD6B01D7D}"/>
              </a:ext>
            </a:extLst>
          </p:cNvPr>
          <p:cNvSpPr>
            <a:spLocks noGrp="1"/>
          </p:cNvSpPr>
          <p:nvPr>
            <p:ph type="title"/>
          </p:nvPr>
        </p:nvSpPr>
        <p:spPr>
          <a:xfrm>
            <a:off x="5568534" y="603504"/>
            <a:ext cx="5916169" cy="1527048"/>
          </a:xfrm>
        </p:spPr>
        <p:txBody>
          <a:bodyPr anchor="b">
            <a:normAutofit/>
          </a:bodyPr>
          <a:lstStyle/>
          <a:p>
            <a:r>
              <a:rPr lang="en-US" dirty="0"/>
              <a:t>What is Python?</a:t>
            </a:r>
            <a:endParaRPr lang="en-BE" dirty="0"/>
          </a:p>
        </p:txBody>
      </p:sp>
      <p:pic>
        <p:nvPicPr>
          <p:cNvPr id="5" name="Picture 4" descr="Computer script on a screen">
            <a:extLst>
              <a:ext uri="{FF2B5EF4-FFF2-40B4-BE49-F238E27FC236}">
                <a16:creationId xmlns:a16="http://schemas.microsoft.com/office/drawing/2014/main" id="{707349E8-B058-ED86-7676-71E3150810C8}"/>
              </a:ext>
            </a:extLst>
          </p:cNvPr>
          <p:cNvPicPr>
            <a:picLocks noChangeAspect="1"/>
          </p:cNvPicPr>
          <p:nvPr/>
        </p:nvPicPr>
        <p:blipFill>
          <a:blip r:embed="rId2"/>
          <a:srcRect l="6217" r="45989" b="-1"/>
          <a:stretch>
            <a:fillRect/>
          </a:stretch>
        </p:blipFill>
        <p:spPr>
          <a:xfrm>
            <a:off x="20" y="10"/>
            <a:ext cx="4910308" cy="6857990"/>
          </a:xfrm>
          <a:prstGeom prst="rect">
            <a:avLst/>
          </a:prstGeom>
        </p:spPr>
      </p:pic>
      <p:sp>
        <p:nvSpPr>
          <p:cNvPr id="3" name="Content Placeholder 2">
            <a:extLst>
              <a:ext uri="{FF2B5EF4-FFF2-40B4-BE49-F238E27FC236}">
                <a16:creationId xmlns:a16="http://schemas.microsoft.com/office/drawing/2014/main" id="{E26FA261-864B-F1AB-8533-7FD66826DC35}"/>
              </a:ext>
            </a:extLst>
          </p:cNvPr>
          <p:cNvSpPr>
            <a:spLocks noGrp="1"/>
          </p:cNvSpPr>
          <p:nvPr>
            <p:ph idx="1"/>
          </p:nvPr>
        </p:nvSpPr>
        <p:spPr>
          <a:xfrm>
            <a:off x="5568533" y="2214282"/>
            <a:ext cx="5916169" cy="4095078"/>
          </a:xfrm>
        </p:spPr>
        <p:txBody>
          <a:bodyPr>
            <a:normAutofit/>
          </a:bodyPr>
          <a:lstStyle/>
          <a:p>
            <a:r>
              <a:rPr lang="en-US" sz="1800" dirty="0"/>
              <a:t>General purpose programming language</a:t>
            </a:r>
          </a:p>
          <a:p>
            <a:r>
              <a:rPr lang="en-US" sz="1800" dirty="0"/>
              <a:t>Easy syntax</a:t>
            </a:r>
          </a:p>
          <a:p>
            <a:r>
              <a:rPr lang="en-US" sz="1800" dirty="0"/>
              <a:t>Readable code</a:t>
            </a:r>
          </a:p>
          <a:p>
            <a:r>
              <a:rPr lang="en-US" sz="1800" dirty="0"/>
              <a:t>Ideal starting point if you are new to programming</a:t>
            </a:r>
            <a:endParaRPr lang="en-BE" sz="1800" dirty="0"/>
          </a:p>
        </p:txBody>
      </p:sp>
    </p:spTree>
    <p:extLst>
      <p:ext uri="{BB962C8B-B14F-4D97-AF65-F5344CB8AC3E}">
        <p14:creationId xmlns:p14="http://schemas.microsoft.com/office/powerpoint/2010/main" val="1081089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94D33B3-0B15-8BEC-6A5C-059A0374852F}"/>
              </a:ext>
            </a:extLst>
          </p:cNvPr>
          <p:cNvSpPr>
            <a:spLocks noGrp="1"/>
          </p:cNvSpPr>
          <p:nvPr>
            <p:ph type="title"/>
          </p:nvPr>
        </p:nvSpPr>
        <p:spPr>
          <a:xfrm>
            <a:off x="612648" y="1114923"/>
            <a:ext cx="4621553" cy="1360728"/>
          </a:xfrm>
        </p:spPr>
        <p:txBody>
          <a:bodyPr anchor="b">
            <a:normAutofit/>
          </a:bodyPr>
          <a:lstStyle/>
          <a:p>
            <a:r>
              <a:rPr lang="it-IT" dirty="0"/>
              <a:t>Python </a:t>
            </a:r>
            <a:r>
              <a:rPr lang="it-IT" dirty="0" err="1"/>
              <a:t>installation</a:t>
            </a:r>
            <a:endParaRPr lang="it-IT" dirty="0"/>
          </a:p>
        </p:txBody>
      </p:sp>
      <p:sp>
        <p:nvSpPr>
          <p:cNvPr id="3" name="Segnaposto contenuto 2">
            <a:extLst>
              <a:ext uri="{FF2B5EF4-FFF2-40B4-BE49-F238E27FC236}">
                <a16:creationId xmlns:a16="http://schemas.microsoft.com/office/drawing/2014/main" id="{C73270CD-DEC2-7958-52DE-81F544B70367}"/>
              </a:ext>
            </a:extLst>
          </p:cNvPr>
          <p:cNvSpPr>
            <a:spLocks noGrp="1"/>
          </p:cNvSpPr>
          <p:nvPr>
            <p:ph idx="1"/>
          </p:nvPr>
        </p:nvSpPr>
        <p:spPr>
          <a:xfrm>
            <a:off x="612648" y="2584058"/>
            <a:ext cx="4621553" cy="3159018"/>
          </a:xfrm>
        </p:spPr>
        <p:txBody>
          <a:bodyPr>
            <a:normAutofit/>
          </a:bodyPr>
          <a:lstStyle/>
          <a:p>
            <a:pPr>
              <a:lnSpc>
                <a:spcPct val="110000"/>
              </a:lnSpc>
            </a:pPr>
            <a:r>
              <a:rPr lang="it-IT" sz="1500" dirty="0"/>
              <a:t>Anaconda </a:t>
            </a:r>
            <a:r>
              <a:rPr lang="it-IT" sz="1500" dirty="0" err="1"/>
              <a:t>is</a:t>
            </a:r>
            <a:r>
              <a:rPr lang="it-IT" sz="1500" dirty="0"/>
              <a:t> a Python </a:t>
            </a:r>
            <a:r>
              <a:rPr lang="it-IT" sz="1500" dirty="0" err="1"/>
              <a:t>distribution</a:t>
            </a:r>
            <a:r>
              <a:rPr lang="it-IT" sz="1500" dirty="0"/>
              <a:t> </a:t>
            </a:r>
            <a:r>
              <a:rPr lang="it-IT" sz="1500" dirty="0" err="1"/>
              <a:t>that</a:t>
            </a:r>
            <a:r>
              <a:rPr lang="it-IT" sz="1500" dirty="0"/>
              <a:t> </a:t>
            </a:r>
            <a:r>
              <a:rPr lang="it-IT" sz="1500" dirty="0" err="1"/>
              <a:t>includes</a:t>
            </a:r>
            <a:r>
              <a:rPr lang="it-IT" sz="1500" dirty="0"/>
              <a:t> a GUI, </a:t>
            </a:r>
            <a:r>
              <a:rPr lang="it-IT" sz="1500" dirty="0" err="1"/>
              <a:t>several</a:t>
            </a:r>
            <a:r>
              <a:rPr lang="it-IT" sz="1500" dirty="0"/>
              <a:t> </a:t>
            </a:r>
            <a:r>
              <a:rPr lang="it-IT" sz="1500" dirty="0" err="1"/>
              <a:t>IDEs</a:t>
            </a:r>
            <a:r>
              <a:rPr lang="it-IT" sz="1500" dirty="0"/>
              <a:t> to </a:t>
            </a:r>
            <a:r>
              <a:rPr lang="it-IT" sz="1500" dirty="0" err="1"/>
              <a:t>choose</a:t>
            </a:r>
            <a:r>
              <a:rPr lang="it-IT" sz="1500" dirty="0"/>
              <a:t> from and a </a:t>
            </a:r>
            <a:r>
              <a:rPr lang="it-IT" sz="1500" dirty="0" err="1"/>
              <a:t>collection</a:t>
            </a:r>
            <a:r>
              <a:rPr lang="it-IT" sz="1500" dirty="0"/>
              <a:t> of </a:t>
            </a:r>
            <a:r>
              <a:rPr lang="it-IT" sz="1500" dirty="0" err="1"/>
              <a:t>commonly</a:t>
            </a:r>
            <a:r>
              <a:rPr lang="it-IT" sz="1500" dirty="0"/>
              <a:t> </a:t>
            </a:r>
            <a:r>
              <a:rPr lang="it-IT" sz="1500" dirty="0" err="1"/>
              <a:t>used</a:t>
            </a:r>
            <a:r>
              <a:rPr lang="it-IT" sz="1500" dirty="0"/>
              <a:t> packages.</a:t>
            </a:r>
          </a:p>
          <a:p>
            <a:pPr>
              <a:lnSpc>
                <a:spcPct val="110000"/>
              </a:lnSpc>
            </a:pPr>
            <a:endParaRPr lang="it-IT" sz="1500" dirty="0"/>
          </a:p>
          <a:p>
            <a:pPr>
              <a:lnSpc>
                <a:spcPct val="110000"/>
              </a:lnSpc>
            </a:pPr>
            <a:r>
              <a:rPr lang="it-IT" sz="1500" dirty="0" err="1"/>
              <a:t>Available</a:t>
            </a:r>
            <a:r>
              <a:rPr lang="it-IT" sz="1500" dirty="0"/>
              <a:t> for Windows, </a:t>
            </a:r>
            <a:r>
              <a:rPr lang="it-IT" sz="1500" dirty="0" err="1"/>
              <a:t>macOS</a:t>
            </a:r>
            <a:r>
              <a:rPr lang="it-IT" sz="1500" dirty="0"/>
              <a:t> and Linux</a:t>
            </a:r>
          </a:p>
          <a:p>
            <a:pPr>
              <a:lnSpc>
                <a:spcPct val="110000"/>
              </a:lnSpc>
            </a:pPr>
            <a:endParaRPr lang="it-IT" sz="1500" dirty="0"/>
          </a:p>
          <a:p>
            <a:pPr>
              <a:lnSpc>
                <a:spcPct val="110000"/>
              </a:lnSpc>
            </a:pPr>
            <a:r>
              <a:rPr lang="it-IT" sz="1500" dirty="0" err="1"/>
              <a:t>Beware</a:t>
            </a:r>
            <a:r>
              <a:rPr lang="it-IT" sz="1500" dirty="0"/>
              <a:t> of PATH </a:t>
            </a:r>
            <a:r>
              <a:rPr lang="it-IT" sz="1500" dirty="0" err="1"/>
              <a:t>issues</a:t>
            </a:r>
            <a:r>
              <a:rPr lang="it-IT" sz="1500" dirty="0"/>
              <a:t> on Windows. The </a:t>
            </a:r>
            <a:r>
              <a:rPr lang="it-IT" sz="1500" dirty="0" err="1"/>
              <a:t>advice</a:t>
            </a:r>
            <a:r>
              <a:rPr lang="it-IT" sz="1500" dirty="0"/>
              <a:t> </a:t>
            </a:r>
            <a:r>
              <a:rPr lang="it-IT" sz="1500" dirty="0" err="1"/>
              <a:t>is</a:t>
            </a:r>
            <a:r>
              <a:rPr lang="it-IT" sz="1500" dirty="0"/>
              <a:t> to </a:t>
            </a:r>
            <a:r>
              <a:rPr lang="it-IT" sz="1500" dirty="0" err="1"/>
              <a:t>not</a:t>
            </a:r>
            <a:r>
              <a:rPr lang="it-IT" sz="1500" dirty="0"/>
              <a:t> </a:t>
            </a:r>
            <a:r>
              <a:rPr lang="it-IT" sz="1500" dirty="0" err="1"/>
              <a:t>add</a:t>
            </a:r>
            <a:r>
              <a:rPr lang="it-IT" sz="1500" dirty="0"/>
              <a:t> </a:t>
            </a:r>
            <a:r>
              <a:rPr lang="it-IT" sz="1500" dirty="0" err="1"/>
              <a:t>conda</a:t>
            </a:r>
            <a:r>
              <a:rPr lang="it-IT" sz="1500" dirty="0"/>
              <a:t> to the </a:t>
            </a:r>
            <a:r>
              <a:rPr lang="it-IT" sz="1500" dirty="0" err="1"/>
              <a:t>Path</a:t>
            </a:r>
            <a:r>
              <a:rPr lang="it-IT" sz="1500" dirty="0"/>
              <a:t> and use Anaconda </a:t>
            </a:r>
            <a:r>
              <a:rPr lang="it-IT" sz="1500" dirty="0" err="1"/>
              <a:t>Command</a:t>
            </a:r>
            <a:r>
              <a:rPr lang="it-IT" sz="1500" dirty="0"/>
              <a:t> Prompt</a:t>
            </a:r>
          </a:p>
          <a:p>
            <a:pPr>
              <a:lnSpc>
                <a:spcPct val="110000"/>
              </a:lnSpc>
            </a:pPr>
            <a:endParaRPr lang="it-IT" sz="1500" dirty="0"/>
          </a:p>
        </p:txBody>
      </p:sp>
      <p:pic>
        <p:nvPicPr>
          <p:cNvPr id="1026" name="Picture 2" descr="Install Anaconda for Machine Learning and Data Science in Python">
            <a:extLst>
              <a:ext uri="{FF2B5EF4-FFF2-40B4-BE49-F238E27FC236}">
                <a16:creationId xmlns:a16="http://schemas.microsoft.com/office/drawing/2014/main" id="{2670CDB7-9E6C-3EC8-9AF5-6EF7C24252F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91261" y="1969554"/>
            <a:ext cx="5837780" cy="291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4938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7DFFAC-0DF6-B40D-8CDC-75423D46153F}"/>
              </a:ext>
            </a:extLst>
          </p:cNvPr>
          <p:cNvSpPr>
            <a:spLocks noGrp="1"/>
          </p:cNvSpPr>
          <p:nvPr>
            <p:ph type="title"/>
          </p:nvPr>
        </p:nvSpPr>
        <p:spPr>
          <a:xfrm>
            <a:off x="612649" y="548639"/>
            <a:ext cx="3494314" cy="5786638"/>
          </a:xfrm>
        </p:spPr>
        <p:txBody>
          <a:bodyPr anchor="t">
            <a:normAutofit/>
          </a:bodyPr>
          <a:lstStyle/>
          <a:p>
            <a:r>
              <a:rPr lang="en-US" dirty="0"/>
              <a:t>A simple way to start with Python:</a:t>
            </a:r>
            <a:br>
              <a:rPr lang="en-US" dirty="0"/>
            </a:br>
            <a:r>
              <a:rPr lang="en-US" dirty="0"/>
              <a:t>Google </a:t>
            </a:r>
            <a:r>
              <a:rPr lang="en-US" dirty="0" err="1"/>
              <a:t>Colab</a:t>
            </a:r>
            <a:endParaRPr lang="en-BE" dirty="0"/>
          </a:p>
        </p:txBody>
      </p:sp>
      <p:graphicFrame>
        <p:nvGraphicFramePr>
          <p:cNvPr id="5" name="Content Placeholder 2">
            <a:extLst>
              <a:ext uri="{FF2B5EF4-FFF2-40B4-BE49-F238E27FC236}">
                <a16:creationId xmlns:a16="http://schemas.microsoft.com/office/drawing/2014/main" id="{0F07C2A9-03FD-F645-540F-6F6846359F29}"/>
              </a:ext>
            </a:extLst>
          </p:cNvPr>
          <p:cNvGraphicFramePr>
            <a:graphicFrameLocks noGrp="1"/>
          </p:cNvGraphicFramePr>
          <p:nvPr>
            <p:ph idx="1"/>
            <p:extLst>
              <p:ext uri="{D42A27DB-BD31-4B8C-83A1-F6EECF244321}">
                <p14:modId xmlns:p14="http://schemas.microsoft.com/office/powerpoint/2010/main" val="2325982192"/>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3291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EFAD-6282-9DD5-3788-72543F2897E1}"/>
              </a:ext>
            </a:extLst>
          </p:cNvPr>
          <p:cNvSpPr>
            <a:spLocks noGrp="1"/>
          </p:cNvSpPr>
          <p:nvPr>
            <p:ph type="title"/>
          </p:nvPr>
        </p:nvSpPr>
        <p:spPr/>
        <p:txBody>
          <a:bodyPr/>
          <a:lstStyle/>
          <a:p>
            <a:r>
              <a:rPr lang="en-US" dirty="0"/>
              <a:t>What is a notebook?</a:t>
            </a:r>
            <a:endParaRPr lang="en-BE" dirty="0"/>
          </a:p>
        </p:txBody>
      </p:sp>
      <p:sp>
        <p:nvSpPr>
          <p:cNvPr id="3" name="Content Placeholder 2">
            <a:extLst>
              <a:ext uri="{FF2B5EF4-FFF2-40B4-BE49-F238E27FC236}">
                <a16:creationId xmlns:a16="http://schemas.microsoft.com/office/drawing/2014/main" id="{E6B2171F-E878-451E-00B1-FC79249043A2}"/>
              </a:ext>
            </a:extLst>
          </p:cNvPr>
          <p:cNvSpPr>
            <a:spLocks noGrp="1"/>
          </p:cNvSpPr>
          <p:nvPr>
            <p:ph idx="1"/>
          </p:nvPr>
        </p:nvSpPr>
        <p:spPr/>
        <p:txBody>
          <a:bodyPr/>
          <a:lstStyle/>
          <a:p>
            <a:r>
              <a:rPr lang="en-US" dirty="0"/>
              <a:t>A </a:t>
            </a:r>
            <a:r>
              <a:rPr lang="en-US" dirty="0" err="1"/>
              <a:t>Jupyter</a:t>
            </a:r>
            <a:r>
              <a:rPr lang="en-US" dirty="0"/>
              <a:t> notebook is made up of cells, where each cell contains either text or code.</a:t>
            </a:r>
          </a:p>
          <a:p>
            <a:endParaRPr lang="en-US" dirty="0"/>
          </a:p>
          <a:p>
            <a:endParaRPr lang="en-US" dirty="0"/>
          </a:p>
          <a:p>
            <a:r>
              <a:rPr lang="en-US" dirty="0"/>
              <a:t>You can execute a code cell by hovering over it and clicking on the “play” button in the top left</a:t>
            </a:r>
          </a:p>
          <a:p>
            <a:r>
              <a:rPr lang="en-US" dirty="0"/>
              <a:t>You can execute cells in any order</a:t>
            </a:r>
          </a:p>
          <a:p>
            <a:endParaRPr lang="en-US" dirty="0"/>
          </a:p>
        </p:txBody>
      </p:sp>
      <p:pic>
        <p:nvPicPr>
          <p:cNvPr id="5" name="Picture 4" descr="Hello&#10;&#10;AI-generated content may be incorrect.">
            <a:extLst>
              <a:ext uri="{FF2B5EF4-FFF2-40B4-BE49-F238E27FC236}">
                <a16:creationId xmlns:a16="http://schemas.microsoft.com/office/drawing/2014/main" id="{95F28209-0A38-3D58-D62F-858B2A35363E}"/>
              </a:ext>
            </a:extLst>
          </p:cNvPr>
          <p:cNvPicPr>
            <a:picLocks noChangeAspect="1"/>
          </p:cNvPicPr>
          <p:nvPr/>
        </p:nvPicPr>
        <p:blipFill>
          <a:blip r:embed="rId2"/>
          <a:stretch>
            <a:fillRect/>
          </a:stretch>
        </p:blipFill>
        <p:spPr>
          <a:xfrm>
            <a:off x="1244191" y="2377711"/>
            <a:ext cx="9390490" cy="526165"/>
          </a:xfrm>
          <a:prstGeom prst="rect">
            <a:avLst/>
          </a:prstGeom>
        </p:spPr>
      </p:pic>
    </p:spTree>
    <p:extLst>
      <p:ext uri="{BB962C8B-B14F-4D97-AF65-F5344CB8AC3E}">
        <p14:creationId xmlns:p14="http://schemas.microsoft.com/office/powerpoint/2010/main" val="2705258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AC34C1-C423-0894-D964-8A5B8D9EF7C4}"/>
              </a:ext>
            </a:extLst>
          </p:cNvPr>
          <p:cNvSpPr>
            <a:spLocks noGrp="1"/>
          </p:cNvSpPr>
          <p:nvPr>
            <p:ph type="title"/>
          </p:nvPr>
        </p:nvSpPr>
        <p:spPr>
          <a:xfrm>
            <a:off x="2809809" y="353681"/>
            <a:ext cx="6572382" cy="974310"/>
          </a:xfrm>
        </p:spPr>
        <p:txBody>
          <a:bodyPr vert="horz" lIns="91440" tIns="45720" rIns="91440" bIns="45720" rtlCol="0" anchor="b">
            <a:normAutofit/>
          </a:bodyPr>
          <a:lstStyle/>
          <a:p>
            <a:pPr algn="ctr"/>
            <a:r>
              <a:rPr lang="en-US" sz="3100"/>
              <a:t>Using Python as a calculator:</a:t>
            </a:r>
            <a:br>
              <a:rPr lang="en-US" sz="3100"/>
            </a:br>
            <a:r>
              <a:rPr lang="en-US" sz="3100"/>
              <a:t>Arithmetic operators</a:t>
            </a:r>
          </a:p>
        </p:txBody>
      </p:sp>
      <p:pic>
        <p:nvPicPr>
          <p:cNvPr id="4" name="Content Placeholder 3" descr="A table with numbers and symbols&#10;&#10;Description automatically generated">
            <a:extLst>
              <a:ext uri="{FF2B5EF4-FFF2-40B4-BE49-F238E27FC236}">
                <a16:creationId xmlns:a16="http://schemas.microsoft.com/office/drawing/2014/main" id="{1DCFC3E9-39D3-A5B5-3D71-66920CEF2283}"/>
              </a:ext>
            </a:extLst>
          </p:cNvPr>
          <p:cNvPicPr>
            <a:picLocks noGrp="1" noChangeAspect="1"/>
          </p:cNvPicPr>
          <p:nvPr>
            <p:ph idx="1"/>
          </p:nvPr>
        </p:nvPicPr>
        <p:blipFill>
          <a:blip r:embed="rId2"/>
          <a:stretch>
            <a:fillRect/>
          </a:stretch>
        </p:blipFill>
        <p:spPr>
          <a:xfrm>
            <a:off x="2809809" y="2132228"/>
            <a:ext cx="6572382" cy="2924709"/>
          </a:xfrm>
          <a:prstGeom prst="rect">
            <a:avLst/>
          </a:prstGeom>
        </p:spPr>
      </p:pic>
    </p:spTree>
    <p:extLst>
      <p:ext uri="{BB962C8B-B14F-4D97-AF65-F5344CB8AC3E}">
        <p14:creationId xmlns:p14="http://schemas.microsoft.com/office/powerpoint/2010/main" val="3940783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0F6B42-4BB2-C5F6-FF09-7191988773E7}"/>
              </a:ext>
            </a:extLst>
          </p:cNvPr>
          <p:cNvSpPr>
            <a:spLocks noGrp="1"/>
          </p:cNvSpPr>
          <p:nvPr>
            <p:ph idx="1"/>
          </p:nvPr>
        </p:nvSpPr>
        <p:spPr/>
        <p:txBody>
          <a:bodyPr/>
          <a:lstStyle/>
          <a:p>
            <a:r>
              <a:rPr lang="en-US"/>
              <a:t>An </a:t>
            </a:r>
            <a:r>
              <a:rPr lang="en-US" b="1"/>
              <a:t>expression</a:t>
            </a:r>
            <a:r>
              <a:rPr lang="en-US"/>
              <a:t> is a collection of any amount of numbers and operators. </a:t>
            </a:r>
          </a:p>
          <a:p>
            <a:r>
              <a:rPr lang="en-US"/>
              <a:t>An expression is evaluated according to the usual maths order of operations:</a:t>
            </a:r>
          </a:p>
          <a:p>
            <a:pPr marL="0" indent="0" algn="ctr">
              <a:buNone/>
            </a:pPr>
            <a:r>
              <a:rPr lang="en-US" b="1"/>
              <a:t>Parentheses &gt; Exponentiation &gt; Multiplication and Division &gt; Addition and Subtraction</a:t>
            </a:r>
            <a:endParaRPr lang="en-US" b="1" dirty="0"/>
          </a:p>
        </p:txBody>
      </p:sp>
    </p:spTree>
    <p:extLst>
      <p:ext uri="{BB962C8B-B14F-4D97-AF65-F5344CB8AC3E}">
        <p14:creationId xmlns:p14="http://schemas.microsoft.com/office/powerpoint/2010/main" val="2903540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BD0A3-E92E-8659-2710-5889B7D828DE}"/>
              </a:ext>
            </a:extLst>
          </p:cNvPr>
          <p:cNvSpPr>
            <a:spLocks noGrp="1"/>
          </p:cNvSpPr>
          <p:nvPr>
            <p:ph type="title"/>
          </p:nvPr>
        </p:nvSpPr>
        <p:spPr/>
        <p:txBody>
          <a:bodyPr/>
          <a:lstStyle/>
          <a:p>
            <a:r>
              <a:rPr lang="en-US" dirty="0"/>
              <a:t>Some useful arithmetic functions</a:t>
            </a:r>
            <a:endParaRPr lang="en-BE" dirty="0"/>
          </a:p>
        </p:txBody>
      </p:sp>
      <p:sp>
        <p:nvSpPr>
          <p:cNvPr id="3" name="Content Placeholder 2">
            <a:extLst>
              <a:ext uri="{FF2B5EF4-FFF2-40B4-BE49-F238E27FC236}">
                <a16:creationId xmlns:a16="http://schemas.microsoft.com/office/drawing/2014/main" id="{37CAF7AF-055D-14EC-D43D-939C04E06B9E}"/>
              </a:ext>
            </a:extLst>
          </p:cNvPr>
          <p:cNvSpPr>
            <a:spLocks noGrp="1"/>
          </p:cNvSpPr>
          <p:nvPr>
            <p:ph idx="1"/>
          </p:nvPr>
        </p:nvSpPr>
        <p:spPr/>
        <p:txBody>
          <a:bodyPr/>
          <a:lstStyle/>
          <a:p>
            <a:r>
              <a:rPr lang="en-US" dirty="0"/>
              <a:t>round(): converts a floating point (decimal) number to the nearest integer</a:t>
            </a:r>
          </a:p>
          <a:p>
            <a:r>
              <a:rPr lang="en-US" dirty="0"/>
              <a:t>abs(): computes the absolute value of a number</a:t>
            </a:r>
          </a:p>
          <a:p>
            <a:endParaRPr lang="en-US" dirty="0"/>
          </a:p>
          <a:p>
            <a:pPr marL="0" indent="0">
              <a:buNone/>
            </a:pPr>
            <a:r>
              <a:rPr lang="en-US" dirty="0"/>
              <a:t>Functions are used (“</a:t>
            </a:r>
            <a:r>
              <a:rPr lang="en-US" b="1" dirty="0"/>
              <a:t>called</a:t>
            </a:r>
            <a:r>
              <a:rPr lang="en-US" dirty="0"/>
              <a:t>”) by writing their name followed by parentheses containing their </a:t>
            </a:r>
            <a:r>
              <a:rPr lang="en-US" b="1" dirty="0"/>
              <a:t>arguments</a:t>
            </a:r>
            <a:r>
              <a:rPr lang="en-US" dirty="0"/>
              <a:t> (some functions don’t require arguments)</a:t>
            </a:r>
            <a:endParaRPr lang="en-BE" dirty="0"/>
          </a:p>
        </p:txBody>
      </p:sp>
    </p:spTree>
    <p:extLst>
      <p:ext uri="{BB962C8B-B14F-4D97-AF65-F5344CB8AC3E}">
        <p14:creationId xmlns:p14="http://schemas.microsoft.com/office/powerpoint/2010/main" val="2271521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66DF5-3EFC-F7DB-2EF1-F80A70DB3330}"/>
              </a:ext>
            </a:extLst>
          </p:cNvPr>
          <p:cNvSpPr>
            <a:spLocks noGrp="1"/>
          </p:cNvSpPr>
          <p:nvPr>
            <p:ph type="title"/>
          </p:nvPr>
        </p:nvSpPr>
        <p:spPr/>
        <p:txBody>
          <a:bodyPr/>
          <a:lstStyle/>
          <a:p>
            <a:r>
              <a:rPr lang="en-US" dirty="0"/>
              <a:t>Strings</a:t>
            </a:r>
            <a:endParaRPr lang="en-BE" dirty="0"/>
          </a:p>
        </p:txBody>
      </p:sp>
      <p:sp>
        <p:nvSpPr>
          <p:cNvPr id="3" name="Content Placeholder 2">
            <a:extLst>
              <a:ext uri="{FF2B5EF4-FFF2-40B4-BE49-F238E27FC236}">
                <a16:creationId xmlns:a16="http://schemas.microsoft.com/office/drawing/2014/main" id="{5BFD7BB8-623B-FA72-FD3C-CED5C5378560}"/>
              </a:ext>
            </a:extLst>
          </p:cNvPr>
          <p:cNvSpPr>
            <a:spLocks noGrp="1"/>
          </p:cNvSpPr>
          <p:nvPr>
            <p:ph idx="1"/>
          </p:nvPr>
        </p:nvSpPr>
        <p:spPr/>
        <p:txBody>
          <a:bodyPr/>
          <a:lstStyle/>
          <a:p>
            <a:r>
              <a:rPr lang="en-US" dirty="0"/>
              <a:t>Sequences of characters</a:t>
            </a:r>
          </a:p>
          <a:p>
            <a:r>
              <a:rPr lang="en-US" dirty="0"/>
              <a:t>Written between single (') or double (</a:t>
            </a:r>
            <a:r>
              <a:rPr lang="en-BE" dirty="0"/>
              <a:t>"</a:t>
            </a:r>
            <a:r>
              <a:rPr lang="en-US" dirty="0"/>
              <a:t>) quotation marks</a:t>
            </a:r>
          </a:p>
          <a:p>
            <a:endParaRPr lang="en-US" dirty="0"/>
          </a:p>
          <a:p>
            <a:r>
              <a:rPr lang="en-US" dirty="0"/>
              <a:t>The + operator </a:t>
            </a:r>
            <a:r>
              <a:rPr lang="en-US" b="1" dirty="0"/>
              <a:t>concatenates</a:t>
            </a:r>
            <a:r>
              <a:rPr lang="en-US" dirty="0"/>
              <a:t> (joins together) two strings</a:t>
            </a:r>
          </a:p>
          <a:p>
            <a:r>
              <a:rPr lang="en-US" dirty="0"/>
              <a:t>The * operator repeats a string multiple times</a:t>
            </a:r>
          </a:p>
          <a:p>
            <a:endParaRPr lang="en-US" dirty="0"/>
          </a:p>
          <a:p>
            <a:r>
              <a:rPr lang="en-US" dirty="0"/>
              <a:t>The </a:t>
            </a:r>
            <a:r>
              <a:rPr lang="en-US" dirty="0" err="1"/>
              <a:t>len</a:t>
            </a:r>
            <a:r>
              <a:rPr lang="en-US" dirty="0"/>
              <a:t>() function calculates the </a:t>
            </a:r>
            <a:r>
              <a:rPr lang="en-US" b="1" dirty="0"/>
              <a:t>length</a:t>
            </a:r>
            <a:r>
              <a:rPr lang="en-US" dirty="0"/>
              <a:t> (number of characters) in a string</a:t>
            </a:r>
            <a:endParaRPr lang="en-BE" dirty="0"/>
          </a:p>
        </p:txBody>
      </p:sp>
    </p:spTree>
    <p:extLst>
      <p:ext uri="{BB962C8B-B14F-4D97-AF65-F5344CB8AC3E}">
        <p14:creationId xmlns:p14="http://schemas.microsoft.com/office/powerpoint/2010/main" val="3708691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ACE75-B5B1-A22A-A7D1-B9F6CCFF82DC}"/>
              </a:ext>
            </a:extLst>
          </p:cNvPr>
          <p:cNvSpPr>
            <a:spLocks noGrp="1"/>
          </p:cNvSpPr>
          <p:nvPr>
            <p:ph type="title"/>
          </p:nvPr>
        </p:nvSpPr>
        <p:spPr/>
        <p:txBody>
          <a:bodyPr/>
          <a:lstStyle/>
          <a:p>
            <a:r>
              <a:rPr lang="en-US" dirty="0"/>
              <a:t>Values and types recap</a:t>
            </a:r>
            <a:endParaRPr lang="en-BE" dirty="0"/>
          </a:p>
        </p:txBody>
      </p:sp>
      <p:sp>
        <p:nvSpPr>
          <p:cNvPr id="3" name="Content Placeholder 2">
            <a:extLst>
              <a:ext uri="{FF2B5EF4-FFF2-40B4-BE49-F238E27FC236}">
                <a16:creationId xmlns:a16="http://schemas.microsoft.com/office/drawing/2014/main" id="{E341C943-4128-57D6-3A17-5410C64AC24E}"/>
              </a:ext>
            </a:extLst>
          </p:cNvPr>
          <p:cNvSpPr>
            <a:spLocks noGrp="1"/>
          </p:cNvSpPr>
          <p:nvPr>
            <p:ph idx="1"/>
          </p:nvPr>
        </p:nvSpPr>
        <p:spPr/>
        <p:txBody>
          <a:bodyPr/>
          <a:lstStyle/>
          <a:p>
            <a:r>
              <a:rPr lang="en-US" b="1" dirty="0"/>
              <a:t>Integer </a:t>
            </a:r>
            <a:r>
              <a:rPr lang="en-US" dirty="0"/>
              <a:t>(2)</a:t>
            </a:r>
          </a:p>
          <a:p>
            <a:endParaRPr lang="en-US" dirty="0"/>
          </a:p>
          <a:p>
            <a:r>
              <a:rPr lang="en-US" b="1" dirty="0"/>
              <a:t>Float</a:t>
            </a:r>
            <a:r>
              <a:rPr lang="en-US" dirty="0"/>
              <a:t> (42.3)</a:t>
            </a:r>
          </a:p>
          <a:p>
            <a:endParaRPr lang="en-US" b="1" dirty="0"/>
          </a:p>
          <a:p>
            <a:r>
              <a:rPr lang="en-US" b="1" dirty="0"/>
              <a:t>String</a:t>
            </a:r>
            <a:r>
              <a:rPr lang="en-US" dirty="0"/>
              <a:t> (</a:t>
            </a:r>
            <a:r>
              <a:rPr lang="en-BE" dirty="0"/>
              <a:t>"</a:t>
            </a:r>
            <a:r>
              <a:rPr lang="en-US" dirty="0"/>
              <a:t>hello</a:t>
            </a:r>
            <a:r>
              <a:rPr lang="en-BE" dirty="0"/>
              <a:t>"</a:t>
            </a:r>
            <a:r>
              <a:rPr lang="en-US" dirty="0"/>
              <a:t>)</a:t>
            </a:r>
          </a:p>
          <a:p>
            <a:endParaRPr lang="en-US" dirty="0"/>
          </a:p>
          <a:p>
            <a:r>
              <a:rPr lang="en-US" dirty="0"/>
              <a:t>The type() function tells you what type a value is</a:t>
            </a:r>
          </a:p>
          <a:p>
            <a:r>
              <a:rPr lang="en-US" dirty="0"/>
              <a:t>Int(), float() and str() are functions that convert their argument to the specified type (if possible)</a:t>
            </a:r>
            <a:endParaRPr lang="en-BE" dirty="0"/>
          </a:p>
        </p:txBody>
      </p:sp>
    </p:spTree>
    <p:extLst>
      <p:ext uri="{BB962C8B-B14F-4D97-AF65-F5344CB8AC3E}">
        <p14:creationId xmlns:p14="http://schemas.microsoft.com/office/powerpoint/2010/main" val="2067501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72166-C1A3-084A-49CB-904558F769C9}"/>
              </a:ext>
            </a:extLst>
          </p:cNvPr>
          <p:cNvSpPr>
            <a:spLocks noGrp="1"/>
          </p:cNvSpPr>
          <p:nvPr>
            <p:ph type="title"/>
          </p:nvPr>
        </p:nvSpPr>
        <p:spPr/>
        <p:txBody>
          <a:bodyPr/>
          <a:lstStyle/>
          <a:p>
            <a:r>
              <a:rPr lang="en-US" dirty="0"/>
              <a:t>Variables</a:t>
            </a:r>
            <a:endParaRPr lang="en-BE" dirty="0"/>
          </a:p>
        </p:txBody>
      </p:sp>
      <p:sp>
        <p:nvSpPr>
          <p:cNvPr id="3" name="Content Placeholder 2">
            <a:extLst>
              <a:ext uri="{FF2B5EF4-FFF2-40B4-BE49-F238E27FC236}">
                <a16:creationId xmlns:a16="http://schemas.microsoft.com/office/drawing/2014/main" id="{727C3E40-7650-CC4C-FD96-6D36A7228E5F}"/>
              </a:ext>
            </a:extLst>
          </p:cNvPr>
          <p:cNvSpPr>
            <a:spLocks noGrp="1"/>
          </p:cNvSpPr>
          <p:nvPr>
            <p:ph idx="1"/>
          </p:nvPr>
        </p:nvSpPr>
        <p:spPr/>
        <p:txBody>
          <a:bodyPr/>
          <a:lstStyle/>
          <a:p>
            <a:r>
              <a:rPr lang="en-US" dirty="0"/>
              <a:t>A </a:t>
            </a:r>
            <a:r>
              <a:rPr lang="en-US" b="1" dirty="0"/>
              <a:t>variable</a:t>
            </a:r>
            <a:r>
              <a:rPr lang="en-US" dirty="0"/>
              <a:t> is a name that refers to a value. To create a variable, you use an </a:t>
            </a:r>
            <a:r>
              <a:rPr lang="en-US" b="1" dirty="0"/>
              <a:t>assignment statement</a:t>
            </a:r>
          </a:p>
          <a:p>
            <a:pPr marL="0" indent="0" algn="ctr">
              <a:buNone/>
            </a:pPr>
            <a:r>
              <a:rPr lang="en-US" dirty="0"/>
              <a:t> n = 17</a:t>
            </a:r>
          </a:p>
          <a:p>
            <a:pPr marL="0" indent="0">
              <a:buNone/>
            </a:pPr>
            <a:endParaRPr lang="en-US" b="1" dirty="0"/>
          </a:p>
          <a:p>
            <a:r>
              <a:rPr lang="en-US" dirty="0"/>
              <a:t>Variables can be overwritten as many times as you like. The right hand side of the assignment is an expression that gets evaluated before the assignment takes place, so you can update a variable by referring to its current value in the right hand side expression (the variable has to be defined first)</a:t>
            </a:r>
          </a:p>
          <a:p>
            <a:pPr marL="0" indent="0" algn="ctr">
              <a:buNone/>
            </a:pPr>
            <a:r>
              <a:rPr lang="en-US" dirty="0"/>
              <a:t>n = n + 1</a:t>
            </a:r>
          </a:p>
        </p:txBody>
      </p:sp>
    </p:spTree>
    <p:extLst>
      <p:ext uri="{BB962C8B-B14F-4D97-AF65-F5344CB8AC3E}">
        <p14:creationId xmlns:p14="http://schemas.microsoft.com/office/powerpoint/2010/main" val="921570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96B14-6A24-9B16-F06E-0D212BC422C5}"/>
              </a:ext>
            </a:extLst>
          </p:cNvPr>
          <p:cNvSpPr>
            <a:spLocks noGrp="1"/>
          </p:cNvSpPr>
          <p:nvPr>
            <p:ph type="title"/>
          </p:nvPr>
        </p:nvSpPr>
        <p:spPr/>
        <p:txBody>
          <a:bodyPr/>
          <a:lstStyle/>
          <a:p>
            <a:r>
              <a:rPr lang="en-US" dirty="0"/>
              <a:t>Modules and the import statement</a:t>
            </a:r>
            <a:endParaRPr lang="en-BE" dirty="0"/>
          </a:p>
        </p:txBody>
      </p:sp>
      <p:sp>
        <p:nvSpPr>
          <p:cNvPr id="3" name="Content Placeholder 2">
            <a:extLst>
              <a:ext uri="{FF2B5EF4-FFF2-40B4-BE49-F238E27FC236}">
                <a16:creationId xmlns:a16="http://schemas.microsoft.com/office/drawing/2014/main" id="{7CF655C7-FBC9-BA83-CB34-8EF1EFC37421}"/>
              </a:ext>
            </a:extLst>
          </p:cNvPr>
          <p:cNvSpPr>
            <a:spLocks noGrp="1"/>
          </p:cNvSpPr>
          <p:nvPr>
            <p:ph idx="1"/>
          </p:nvPr>
        </p:nvSpPr>
        <p:spPr/>
        <p:txBody>
          <a:bodyPr/>
          <a:lstStyle/>
          <a:p>
            <a:r>
              <a:rPr lang="en-US" b="1" dirty="0"/>
              <a:t>Modules</a:t>
            </a:r>
            <a:r>
              <a:rPr lang="en-US" dirty="0"/>
              <a:t> are collections of functions not included in core Python</a:t>
            </a:r>
          </a:p>
          <a:p>
            <a:endParaRPr lang="en-US" b="1" dirty="0"/>
          </a:p>
          <a:p>
            <a:r>
              <a:rPr lang="en-US" dirty="0"/>
              <a:t>Some of them are distributed with Python, most of them are external </a:t>
            </a:r>
            <a:r>
              <a:rPr lang="en-US" b="1" dirty="0"/>
              <a:t>packages</a:t>
            </a:r>
            <a:r>
              <a:rPr lang="en-US" dirty="0"/>
              <a:t>. You can even write your own!</a:t>
            </a:r>
          </a:p>
          <a:p>
            <a:endParaRPr lang="en-US" dirty="0"/>
          </a:p>
          <a:p>
            <a:r>
              <a:rPr lang="en-US" dirty="0"/>
              <a:t>Modules can be imported with the </a:t>
            </a:r>
            <a:r>
              <a:rPr lang="en-US" b="1" dirty="0"/>
              <a:t>import</a:t>
            </a:r>
            <a:r>
              <a:rPr lang="en-US" dirty="0"/>
              <a:t> statement</a:t>
            </a:r>
          </a:p>
          <a:p>
            <a:endParaRPr lang="en-US" dirty="0"/>
          </a:p>
          <a:p>
            <a:r>
              <a:rPr lang="en-US" dirty="0"/>
              <a:t>After importing them, you can access the functions they provide using </a:t>
            </a:r>
            <a:r>
              <a:rPr lang="en-US" b="1" dirty="0"/>
              <a:t>dot notation</a:t>
            </a:r>
            <a:endParaRPr lang="en-US" dirty="0"/>
          </a:p>
          <a:p>
            <a:pPr marL="0" indent="0" algn="ctr">
              <a:buNone/>
            </a:pPr>
            <a:r>
              <a:rPr lang="en-US" dirty="0" err="1"/>
              <a:t>module.function</a:t>
            </a:r>
            <a:endParaRPr lang="en-BE" dirty="0"/>
          </a:p>
        </p:txBody>
      </p:sp>
    </p:spTree>
    <p:extLst>
      <p:ext uri="{BB962C8B-B14F-4D97-AF65-F5344CB8AC3E}">
        <p14:creationId xmlns:p14="http://schemas.microsoft.com/office/powerpoint/2010/main" val="2267347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069D0-685D-27ED-BBD1-6A5FC8002609}"/>
              </a:ext>
            </a:extLst>
          </p:cNvPr>
          <p:cNvSpPr>
            <a:spLocks noGrp="1"/>
          </p:cNvSpPr>
          <p:nvPr>
            <p:ph type="title"/>
          </p:nvPr>
        </p:nvSpPr>
        <p:spPr/>
        <p:txBody>
          <a:bodyPr/>
          <a:lstStyle/>
          <a:p>
            <a:r>
              <a:rPr lang="en-US" dirty="0"/>
              <a:t>Displaying the value of expressions</a:t>
            </a:r>
            <a:endParaRPr lang="en-BE" dirty="0"/>
          </a:p>
        </p:txBody>
      </p:sp>
      <p:sp>
        <p:nvSpPr>
          <p:cNvPr id="3" name="Content Placeholder 2">
            <a:extLst>
              <a:ext uri="{FF2B5EF4-FFF2-40B4-BE49-F238E27FC236}">
                <a16:creationId xmlns:a16="http://schemas.microsoft.com/office/drawing/2014/main" id="{54501897-0207-DF94-7E07-A309D957C745}"/>
              </a:ext>
            </a:extLst>
          </p:cNvPr>
          <p:cNvSpPr>
            <a:spLocks noGrp="1"/>
          </p:cNvSpPr>
          <p:nvPr>
            <p:ph idx="1"/>
          </p:nvPr>
        </p:nvSpPr>
        <p:spPr/>
        <p:txBody>
          <a:bodyPr/>
          <a:lstStyle/>
          <a:p>
            <a:r>
              <a:rPr lang="en-US" dirty="0"/>
              <a:t>In interactive environments like </a:t>
            </a:r>
            <a:r>
              <a:rPr lang="en-US" dirty="0" err="1"/>
              <a:t>Jupyter</a:t>
            </a:r>
            <a:r>
              <a:rPr lang="en-US" dirty="0"/>
              <a:t> notebooks and </a:t>
            </a:r>
            <a:r>
              <a:rPr lang="en-US" dirty="0" err="1"/>
              <a:t>Colab</a:t>
            </a:r>
            <a:r>
              <a:rPr lang="en-US" dirty="0"/>
              <a:t>, if an expression is written in the last line of a code cell it is automatically displayed in the cell’s output</a:t>
            </a:r>
          </a:p>
          <a:p>
            <a:endParaRPr lang="en-US" dirty="0"/>
          </a:p>
          <a:p>
            <a:r>
              <a:rPr lang="en-US" dirty="0"/>
              <a:t>To display other expressions or in non-interactive Python scripts you have to use the print() function</a:t>
            </a:r>
            <a:endParaRPr lang="en-BE" dirty="0"/>
          </a:p>
        </p:txBody>
      </p:sp>
    </p:spTree>
    <p:extLst>
      <p:ext uri="{BB962C8B-B14F-4D97-AF65-F5344CB8AC3E}">
        <p14:creationId xmlns:p14="http://schemas.microsoft.com/office/powerpoint/2010/main" val="3230511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26201-D8A8-D2E1-6973-B9D225A6905B}"/>
              </a:ext>
            </a:extLst>
          </p:cNvPr>
          <p:cNvSpPr>
            <a:spLocks noGrp="1"/>
          </p:cNvSpPr>
          <p:nvPr>
            <p:ph type="title"/>
          </p:nvPr>
        </p:nvSpPr>
        <p:spPr/>
        <p:txBody>
          <a:bodyPr/>
          <a:lstStyle/>
          <a:p>
            <a:r>
              <a:rPr lang="en-US" dirty="0"/>
              <a:t>Defining new functions</a:t>
            </a:r>
            <a:endParaRPr lang="en-BE" dirty="0"/>
          </a:p>
        </p:txBody>
      </p:sp>
      <p:sp>
        <p:nvSpPr>
          <p:cNvPr id="3" name="Content Placeholder 2">
            <a:extLst>
              <a:ext uri="{FF2B5EF4-FFF2-40B4-BE49-F238E27FC236}">
                <a16:creationId xmlns:a16="http://schemas.microsoft.com/office/drawing/2014/main" id="{343000CC-9146-B2C7-E3DD-BF2BDACC8804}"/>
              </a:ext>
            </a:extLst>
          </p:cNvPr>
          <p:cNvSpPr>
            <a:spLocks noGrp="1"/>
          </p:cNvSpPr>
          <p:nvPr>
            <p:ph idx="1"/>
          </p:nvPr>
        </p:nvSpPr>
        <p:spPr/>
        <p:txBody>
          <a:bodyPr/>
          <a:lstStyle/>
          <a:p>
            <a:r>
              <a:rPr lang="en-US" dirty="0"/>
              <a:t>You can define new functions using the following syntax:</a:t>
            </a:r>
          </a:p>
          <a:p>
            <a:pPr marL="0" indent="0">
              <a:buNone/>
            </a:pPr>
            <a:r>
              <a:rPr lang="en-US" dirty="0">
                <a:latin typeface="Courier New" panose="02070309020205020404" pitchFamily="49" charset="0"/>
                <a:cs typeface="Courier New" panose="02070309020205020404" pitchFamily="49" charset="0"/>
              </a:rPr>
              <a:t> def FUNCTION_NAME(PARAMETERS):</a:t>
            </a:r>
          </a:p>
          <a:p>
            <a:pPr marL="0" indent="0">
              <a:buNone/>
            </a:pPr>
            <a:r>
              <a:rPr lang="en-US" dirty="0">
                <a:latin typeface="Courier New" panose="02070309020205020404" pitchFamily="49" charset="0"/>
                <a:cs typeface="Courier New" panose="02070309020205020404" pitchFamily="49" charset="0"/>
              </a:rPr>
              <a:t>     … function code …</a:t>
            </a:r>
          </a:p>
          <a:p>
            <a:pPr marL="0" indent="0">
              <a:buNone/>
            </a:pPr>
            <a:r>
              <a:rPr lang="en-US" dirty="0">
                <a:latin typeface="Courier New" panose="02070309020205020404" pitchFamily="49" charset="0"/>
                <a:cs typeface="Courier New" panose="02070309020205020404" pitchFamily="49" charset="0"/>
              </a:rPr>
              <a:t>     return RETURN_VALUE</a:t>
            </a:r>
          </a:p>
          <a:p>
            <a:r>
              <a:rPr lang="en-US" b="1" dirty="0">
                <a:cs typeface="Courier New" panose="02070309020205020404" pitchFamily="49" charset="0"/>
              </a:rPr>
              <a:t>Indentation</a:t>
            </a:r>
            <a:r>
              <a:rPr lang="en-US" dirty="0">
                <a:cs typeface="Courier New" panose="02070309020205020404" pitchFamily="49" charset="0"/>
              </a:rPr>
              <a:t> is important! By convention 4 spaces are used for each level of indentation</a:t>
            </a:r>
            <a:endParaRPr lang="en-US" b="1" dirty="0">
              <a:cs typeface="Courier New" panose="02070309020205020404" pitchFamily="49" charset="0"/>
            </a:endParaRPr>
          </a:p>
          <a:p>
            <a:r>
              <a:rPr lang="en-US" b="1" dirty="0">
                <a:cs typeface="Courier New" panose="02070309020205020404" pitchFamily="49" charset="0"/>
              </a:rPr>
              <a:t>Parameters</a:t>
            </a:r>
            <a:r>
              <a:rPr lang="en-US" dirty="0">
                <a:cs typeface="Courier New" panose="02070309020205020404" pitchFamily="49" charset="0"/>
              </a:rPr>
              <a:t> are variables that contain a function’s input values (arguments). They </a:t>
            </a:r>
            <a:r>
              <a:rPr lang="en-US" b="1" dirty="0">
                <a:cs typeface="Courier New" panose="02070309020205020404" pitchFamily="49" charset="0"/>
              </a:rPr>
              <a:t>do not exist</a:t>
            </a:r>
            <a:r>
              <a:rPr lang="en-US" dirty="0">
                <a:cs typeface="Courier New" panose="02070309020205020404" pitchFamily="49" charset="0"/>
              </a:rPr>
              <a:t> outside the function!</a:t>
            </a:r>
          </a:p>
          <a:p>
            <a:r>
              <a:rPr lang="en-US" dirty="0">
                <a:cs typeface="Courier New" panose="02070309020205020404" pitchFamily="49" charset="0"/>
              </a:rPr>
              <a:t>A function can have a </a:t>
            </a:r>
            <a:r>
              <a:rPr lang="en-US" b="1" dirty="0">
                <a:cs typeface="Courier New" panose="02070309020205020404" pitchFamily="49" charset="0"/>
              </a:rPr>
              <a:t>return value </a:t>
            </a:r>
            <a:r>
              <a:rPr lang="en-US" dirty="0">
                <a:cs typeface="Courier New" panose="02070309020205020404" pitchFamily="49" charset="0"/>
              </a:rPr>
              <a:t>or not</a:t>
            </a:r>
          </a:p>
          <a:p>
            <a:pPr marL="0" indent="0">
              <a:buNone/>
            </a:pPr>
            <a:endParaRPr lang="en-BE"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05946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6679EE-31CF-489F-17F7-119B4789369B}"/>
              </a:ext>
            </a:extLst>
          </p:cNvPr>
          <p:cNvSpPr>
            <a:spLocks noGrp="1"/>
          </p:cNvSpPr>
          <p:nvPr>
            <p:ph type="title"/>
          </p:nvPr>
        </p:nvSpPr>
        <p:spPr>
          <a:xfrm>
            <a:off x="612649" y="548638"/>
            <a:ext cx="3493008" cy="5788152"/>
          </a:xfrm>
        </p:spPr>
        <p:txBody>
          <a:bodyPr anchor="ctr">
            <a:normAutofit/>
          </a:bodyPr>
          <a:lstStyle/>
          <a:p>
            <a:r>
              <a:rPr lang="en-US" sz="4000"/>
              <a:t>Why use functions?</a:t>
            </a:r>
            <a:endParaRPr lang="en-BE" sz="4000"/>
          </a:p>
        </p:txBody>
      </p:sp>
      <p:graphicFrame>
        <p:nvGraphicFramePr>
          <p:cNvPr id="5" name="Content Placeholder 2">
            <a:extLst>
              <a:ext uri="{FF2B5EF4-FFF2-40B4-BE49-F238E27FC236}">
                <a16:creationId xmlns:a16="http://schemas.microsoft.com/office/drawing/2014/main" id="{27671ACE-4E7B-DB59-D01A-C407A8C77BD2}"/>
              </a:ext>
            </a:extLst>
          </p:cNvPr>
          <p:cNvGraphicFramePr>
            <a:graphicFrameLocks noGrp="1"/>
          </p:cNvGraphicFramePr>
          <p:nvPr>
            <p:ph idx="1"/>
            <p:extLst>
              <p:ext uri="{D42A27DB-BD31-4B8C-83A1-F6EECF244321}">
                <p14:modId xmlns:p14="http://schemas.microsoft.com/office/powerpoint/2010/main" val="696976475"/>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9195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55BF8-8F41-A08F-6A69-45E66A67CCAC}"/>
              </a:ext>
            </a:extLst>
          </p:cNvPr>
          <p:cNvSpPr>
            <a:spLocks noGrp="1"/>
          </p:cNvSpPr>
          <p:nvPr>
            <p:ph type="title"/>
          </p:nvPr>
        </p:nvSpPr>
        <p:spPr/>
        <p:txBody>
          <a:bodyPr/>
          <a:lstStyle/>
          <a:p>
            <a:r>
              <a:rPr lang="en-US" dirty="0"/>
              <a:t>Repetition and the range() function</a:t>
            </a:r>
            <a:endParaRPr lang="en-BE" dirty="0"/>
          </a:p>
        </p:txBody>
      </p:sp>
      <p:sp>
        <p:nvSpPr>
          <p:cNvPr id="3" name="Content Placeholder 2">
            <a:extLst>
              <a:ext uri="{FF2B5EF4-FFF2-40B4-BE49-F238E27FC236}">
                <a16:creationId xmlns:a16="http://schemas.microsoft.com/office/drawing/2014/main" id="{21BB8D38-5728-A64B-260F-E8135ED0C0D5}"/>
              </a:ext>
            </a:extLst>
          </p:cNvPr>
          <p:cNvSpPr>
            <a:spLocks noGrp="1"/>
          </p:cNvSpPr>
          <p:nvPr>
            <p:ph idx="1"/>
          </p:nvPr>
        </p:nvSpPr>
        <p:spPr/>
        <p:txBody>
          <a:bodyPr/>
          <a:lstStyle/>
          <a:p>
            <a:r>
              <a:rPr lang="en-US" dirty="0"/>
              <a:t>You can execute code multiple times using the </a:t>
            </a:r>
            <a:r>
              <a:rPr lang="en-US" b="1" dirty="0"/>
              <a:t>for</a:t>
            </a:r>
            <a:r>
              <a:rPr lang="en-US" dirty="0"/>
              <a:t> statement:</a:t>
            </a:r>
          </a:p>
          <a:p>
            <a:pPr marL="0" indent="0">
              <a:buNone/>
            </a:pPr>
            <a:r>
              <a:rPr lang="en-US" dirty="0"/>
              <a:t> </a:t>
            </a: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in range(2):</a:t>
            </a:r>
          </a:p>
          <a:p>
            <a:pPr marL="0" indent="0">
              <a:buNone/>
            </a:pPr>
            <a:r>
              <a:rPr lang="en-US" dirty="0">
                <a:latin typeface="Courier New" panose="02070309020205020404" pitchFamily="49" charset="0"/>
                <a:cs typeface="Courier New" panose="02070309020205020404" pitchFamily="49" charset="0"/>
              </a:rPr>
              <a:t>    print(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r>
              <a:rPr lang="en-US" dirty="0"/>
              <a:t>The variable you use to track the number of loops is called a </a:t>
            </a:r>
            <a:r>
              <a:rPr lang="en-US" b="1" dirty="0"/>
              <a:t>counter</a:t>
            </a:r>
            <a:r>
              <a:rPr lang="en-US" dirty="0"/>
              <a:t>.</a:t>
            </a:r>
          </a:p>
          <a:p>
            <a:endParaRPr lang="en-US" dirty="0"/>
          </a:p>
          <a:p>
            <a:r>
              <a:rPr lang="en-US" dirty="0"/>
              <a:t>The range() function is used to obtain a sequence of numbers (see notebook for details)</a:t>
            </a:r>
            <a:endParaRPr lang="en-BE" dirty="0"/>
          </a:p>
        </p:txBody>
      </p:sp>
    </p:spTree>
    <p:extLst>
      <p:ext uri="{BB962C8B-B14F-4D97-AF65-F5344CB8AC3E}">
        <p14:creationId xmlns:p14="http://schemas.microsoft.com/office/powerpoint/2010/main" val="2945759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2EE1D-B2D1-FBFC-50A9-CEE7047A9FD7}"/>
              </a:ext>
            </a:extLst>
          </p:cNvPr>
          <p:cNvSpPr>
            <a:spLocks noGrp="1"/>
          </p:cNvSpPr>
          <p:nvPr>
            <p:ph type="title"/>
          </p:nvPr>
        </p:nvSpPr>
        <p:spPr/>
        <p:txBody>
          <a:bodyPr/>
          <a:lstStyle/>
          <a:p>
            <a:r>
              <a:rPr lang="en-US" dirty="0"/>
              <a:t>Boolean expressions</a:t>
            </a:r>
            <a:endParaRPr lang="en-BE" dirty="0"/>
          </a:p>
        </p:txBody>
      </p:sp>
      <p:sp>
        <p:nvSpPr>
          <p:cNvPr id="3" name="Content Placeholder 2">
            <a:extLst>
              <a:ext uri="{FF2B5EF4-FFF2-40B4-BE49-F238E27FC236}">
                <a16:creationId xmlns:a16="http://schemas.microsoft.com/office/drawing/2014/main" id="{5E27BE1F-3679-AB5B-2817-1E9C58F3ADC2}"/>
              </a:ext>
            </a:extLst>
          </p:cNvPr>
          <p:cNvSpPr>
            <a:spLocks noGrp="1"/>
          </p:cNvSpPr>
          <p:nvPr>
            <p:ph idx="1"/>
          </p:nvPr>
        </p:nvSpPr>
        <p:spPr/>
        <p:txBody>
          <a:bodyPr/>
          <a:lstStyle/>
          <a:p>
            <a:r>
              <a:rPr lang="en-US" dirty="0"/>
              <a:t>A </a:t>
            </a:r>
            <a:r>
              <a:rPr lang="en-US" dirty="0" err="1"/>
              <a:t>boolean</a:t>
            </a:r>
            <a:r>
              <a:rPr lang="en-US" dirty="0"/>
              <a:t> expression is an expression that is either True or False</a:t>
            </a:r>
          </a:p>
          <a:p>
            <a:r>
              <a:rPr lang="en-US" dirty="0"/>
              <a:t>Often, </a:t>
            </a:r>
            <a:r>
              <a:rPr lang="en-US" dirty="0" err="1"/>
              <a:t>boolean</a:t>
            </a:r>
            <a:r>
              <a:rPr lang="en-US" dirty="0"/>
              <a:t> expressions make use of </a:t>
            </a:r>
            <a:r>
              <a:rPr lang="en-US" b="1" dirty="0"/>
              <a:t>relational operators</a:t>
            </a:r>
          </a:p>
          <a:p>
            <a:endParaRPr lang="en-US" b="1" dirty="0"/>
          </a:p>
          <a:p>
            <a:endParaRPr lang="en-US" b="1" dirty="0"/>
          </a:p>
          <a:p>
            <a:endParaRPr lang="en-US" b="1" dirty="0"/>
          </a:p>
          <a:p>
            <a:endParaRPr lang="en-US" b="1" dirty="0"/>
          </a:p>
          <a:p>
            <a:endParaRPr lang="en-US" b="1" dirty="0"/>
          </a:p>
          <a:p>
            <a:r>
              <a:rPr lang="en-US" dirty="0"/>
              <a:t>NOTE THE DOUBLE EQUAL SIGN for the equality test</a:t>
            </a:r>
          </a:p>
        </p:txBody>
      </p:sp>
      <p:pic>
        <p:nvPicPr>
          <p:cNvPr id="5" name="Picture 4" descr="The image is a table that shows different comparison operators (&lt;=, &lt;, &gt;, &gt;=, ==, and !=) and their respective examples and boolean results (True or False).&#10;&#10;AI-generated content may be incorrect.">
            <a:extLst>
              <a:ext uri="{FF2B5EF4-FFF2-40B4-BE49-F238E27FC236}">
                <a16:creationId xmlns:a16="http://schemas.microsoft.com/office/drawing/2014/main" id="{EAC58B6D-5B9C-B292-CD7D-28C0D28E4130}"/>
              </a:ext>
            </a:extLst>
          </p:cNvPr>
          <p:cNvPicPr>
            <a:picLocks noChangeAspect="1"/>
          </p:cNvPicPr>
          <p:nvPr/>
        </p:nvPicPr>
        <p:blipFill>
          <a:blip r:embed="rId2"/>
          <a:stretch>
            <a:fillRect/>
          </a:stretch>
        </p:blipFill>
        <p:spPr>
          <a:xfrm>
            <a:off x="925774" y="2730297"/>
            <a:ext cx="9908573" cy="2564298"/>
          </a:xfrm>
          <a:prstGeom prst="rect">
            <a:avLst/>
          </a:prstGeom>
        </p:spPr>
      </p:pic>
    </p:spTree>
    <p:extLst>
      <p:ext uri="{BB962C8B-B14F-4D97-AF65-F5344CB8AC3E}">
        <p14:creationId xmlns:p14="http://schemas.microsoft.com/office/powerpoint/2010/main" val="1939424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91252-E011-4902-F312-50E19935319A}"/>
              </a:ext>
            </a:extLst>
          </p:cNvPr>
          <p:cNvSpPr>
            <a:spLocks noGrp="1"/>
          </p:cNvSpPr>
          <p:nvPr>
            <p:ph type="title"/>
          </p:nvPr>
        </p:nvSpPr>
        <p:spPr/>
        <p:txBody>
          <a:bodyPr/>
          <a:lstStyle/>
          <a:p>
            <a:r>
              <a:rPr lang="en-US" dirty="0"/>
              <a:t>Logical operators</a:t>
            </a:r>
            <a:endParaRPr lang="en-BE" dirty="0"/>
          </a:p>
        </p:txBody>
      </p:sp>
      <p:sp>
        <p:nvSpPr>
          <p:cNvPr id="3" name="Content Placeholder 2">
            <a:extLst>
              <a:ext uri="{FF2B5EF4-FFF2-40B4-BE49-F238E27FC236}">
                <a16:creationId xmlns:a16="http://schemas.microsoft.com/office/drawing/2014/main" id="{EE73F15B-B101-86B1-2888-B843E5664BBE}"/>
              </a:ext>
            </a:extLst>
          </p:cNvPr>
          <p:cNvSpPr>
            <a:spLocks noGrp="1"/>
          </p:cNvSpPr>
          <p:nvPr>
            <p:ph idx="1"/>
          </p:nvPr>
        </p:nvSpPr>
        <p:spPr/>
        <p:txBody>
          <a:bodyPr/>
          <a:lstStyle/>
          <a:p>
            <a:r>
              <a:rPr lang="en-US" dirty="0"/>
              <a:t>You can combine </a:t>
            </a:r>
            <a:r>
              <a:rPr lang="en-US" dirty="0" err="1"/>
              <a:t>multilple</a:t>
            </a:r>
            <a:r>
              <a:rPr lang="en-US" dirty="0"/>
              <a:t> </a:t>
            </a:r>
            <a:r>
              <a:rPr lang="en-US" dirty="0" err="1"/>
              <a:t>boolean</a:t>
            </a:r>
            <a:r>
              <a:rPr lang="en-US" dirty="0"/>
              <a:t> expressions together using logical operators</a:t>
            </a:r>
          </a:p>
          <a:p>
            <a:pPr marL="0" indent="0">
              <a:buNone/>
            </a:pPr>
            <a:endParaRPr lang="en-US" dirty="0"/>
          </a:p>
          <a:p>
            <a:endParaRPr lang="en-BE" dirty="0"/>
          </a:p>
        </p:txBody>
      </p:sp>
      <p:pic>
        <p:nvPicPr>
          <p:cNvPr id="2050" name="Picture 2">
            <a:extLst>
              <a:ext uri="{FF2B5EF4-FFF2-40B4-BE49-F238E27FC236}">
                <a16:creationId xmlns:a16="http://schemas.microsoft.com/office/drawing/2014/main" id="{3D3A09E6-D317-EC9A-A2F0-BD34686D40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52" t="16466" r="37230" b="2544"/>
          <a:stretch>
            <a:fillRect/>
          </a:stretch>
        </p:blipFill>
        <p:spPr bwMode="auto">
          <a:xfrm>
            <a:off x="1580547" y="2356801"/>
            <a:ext cx="3725694" cy="37159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C4D54EB-90A1-FF2F-2BA4-C5C6F6271BA6}"/>
              </a:ext>
            </a:extLst>
          </p:cNvPr>
          <p:cNvSpPr txBox="1"/>
          <p:nvPr/>
        </p:nvSpPr>
        <p:spPr>
          <a:xfrm>
            <a:off x="5454595" y="2488758"/>
            <a:ext cx="3156668" cy="369332"/>
          </a:xfrm>
          <a:prstGeom prst="rect">
            <a:avLst/>
          </a:prstGeom>
          <a:noFill/>
        </p:spPr>
        <p:txBody>
          <a:bodyPr wrap="square" rtlCol="0">
            <a:spAutoFit/>
          </a:bodyPr>
          <a:lstStyle/>
          <a:p>
            <a:r>
              <a:rPr lang="en-US" dirty="0">
                <a:solidFill>
                  <a:srgbClr val="FF0000"/>
                </a:solidFill>
              </a:rPr>
              <a:t>negates the expression</a:t>
            </a:r>
            <a:endParaRPr lang="en-BE" dirty="0">
              <a:solidFill>
                <a:srgbClr val="FF0000"/>
              </a:solidFill>
            </a:endParaRPr>
          </a:p>
        </p:txBody>
      </p:sp>
      <p:sp>
        <p:nvSpPr>
          <p:cNvPr id="5" name="TextBox 4">
            <a:extLst>
              <a:ext uri="{FF2B5EF4-FFF2-40B4-BE49-F238E27FC236}">
                <a16:creationId xmlns:a16="http://schemas.microsoft.com/office/drawing/2014/main" id="{8A53A24E-83B4-1B7D-1A85-9FD907CF46DA}"/>
              </a:ext>
            </a:extLst>
          </p:cNvPr>
          <p:cNvSpPr txBox="1"/>
          <p:nvPr/>
        </p:nvSpPr>
        <p:spPr>
          <a:xfrm>
            <a:off x="5491700" y="3599050"/>
            <a:ext cx="4177085" cy="369332"/>
          </a:xfrm>
          <a:prstGeom prst="rect">
            <a:avLst/>
          </a:prstGeom>
          <a:noFill/>
        </p:spPr>
        <p:txBody>
          <a:bodyPr wrap="square" rtlCol="0">
            <a:spAutoFit/>
          </a:bodyPr>
          <a:lstStyle/>
          <a:p>
            <a:r>
              <a:rPr lang="en-US" dirty="0">
                <a:solidFill>
                  <a:srgbClr val="FF0000"/>
                </a:solidFill>
              </a:rPr>
              <a:t>True if both expressions are true</a:t>
            </a:r>
            <a:endParaRPr lang="en-BE" dirty="0">
              <a:solidFill>
                <a:srgbClr val="FF0000"/>
              </a:solidFill>
            </a:endParaRPr>
          </a:p>
        </p:txBody>
      </p:sp>
      <p:sp>
        <p:nvSpPr>
          <p:cNvPr id="6" name="TextBox 5">
            <a:extLst>
              <a:ext uri="{FF2B5EF4-FFF2-40B4-BE49-F238E27FC236}">
                <a16:creationId xmlns:a16="http://schemas.microsoft.com/office/drawing/2014/main" id="{9CFDC2FE-4B9A-BA2B-74BB-195F18D342AD}"/>
              </a:ext>
            </a:extLst>
          </p:cNvPr>
          <p:cNvSpPr txBox="1"/>
          <p:nvPr/>
        </p:nvSpPr>
        <p:spPr>
          <a:xfrm>
            <a:off x="5454595" y="5127025"/>
            <a:ext cx="4177085" cy="369332"/>
          </a:xfrm>
          <a:prstGeom prst="rect">
            <a:avLst/>
          </a:prstGeom>
          <a:noFill/>
        </p:spPr>
        <p:txBody>
          <a:bodyPr wrap="square" rtlCol="0">
            <a:spAutoFit/>
          </a:bodyPr>
          <a:lstStyle/>
          <a:p>
            <a:r>
              <a:rPr lang="en-US" dirty="0">
                <a:solidFill>
                  <a:srgbClr val="FF0000"/>
                </a:solidFill>
              </a:rPr>
              <a:t>True if at least one expression is true</a:t>
            </a:r>
            <a:endParaRPr lang="en-BE" dirty="0">
              <a:solidFill>
                <a:srgbClr val="FF0000"/>
              </a:solidFill>
            </a:endParaRPr>
          </a:p>
        </p:txBody>
      </p:sp>
    </p:spTree>
    <p:extLst>
      <p:ext uri="{BB962C8B-B14F-4D97-AF65-F5344CB8AC3E}">
        <p14:creationId xmlns:p14="http://schemas.microsoft.com/office/powerpoint/2010/main" val="510639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DA528-AA49-4566-96C6-1B25CDC3F3F4}"/>
              </a:ext>
            </a:extLst>
          </p:cNvPr>
          <p:cNvSpPr>
            <a:spLocks noGrp="1"/>
          </p:cNvSpPr>
          <p:nvPr>
            <p:ph type="title"/>
          </p:nvPr>
        </p:nvSpPr>
        <p:spPr/>
        <p:txBody>
          <a:bodyPr/>
          <a:lstStyle/>
          <a:p>
            <a:r>
              <a:rPr lang="en-US" dirty="0"/>
              <a:t>if statements</a:t>
            </a:r>
            <a:endParaRPr lang="en-BE" dirty="0"/>
          </a:p>
        </p:txBody>
      </p:sp>
      <p:sp>
        <p:nvSpPr>
          <p:cNvPr id="3" name="Content Placeholder 2">
            <a:extLst>
              <a:ext uri="{FF2B5EF4-FFF2-40B4-BE49-F238E27FC236}">
                <a16:creationId xmlns:a16="http://schemas.microsoft.com/office/drawing/2014/main" id="{38774E4C-D1FF-5516-AAD6-DFADF0D06E46}"/>
              </a:ext>
            </a:extLst>
          </p:cNvPr>
          <p:cNvSpPr>
            <a:spLocks noGrp="1"/>
          </p:cNvSpPr>
          <p:nvPr>
            <p:ph idx="1"/>
          </p:nvPr>
        </p:nvSpPr>
        <p:spPr/>
        <p:txBody>
          <a:bodyPr/>
          <a:lstStyle/>
          <a:p>
            <a:r>
              <a:rPr lang="en-US" b="1" dirty="0"/>
              <a:t>Conditional (if) statements </a:t>
            </a:r>
            <a:r>
              <a:rPr lang="en-US" dirty="0"/>
              <a:t>grant programs the ability to check conditions and change the </a:t>
            </a:r>
            <a:r>
              <a:rPr lang="en-US" dirty="0" err="1"/>
              <a:t>behaviour</a:t>
            </a:r>
            <a:r>
              <a:rPr lang="en-US" dirty="0"/>
              <a:t> of the program accordingly</a:t>
            </a:r>
          </a:p>
          <a:p>
            <a:r>
              <a:rPr lang="en-US" dirty="0"/>
              <a:t>The basic syntax is:</a:t>
            </a:r>
          </a:p>
          <a:p>
            <a:pPr marL="0" indent="0">
              <a:buNone/>
            </a:pPr>
            <a:r>
              <a:rPr lang="en-US" dirty="0">
                <a:latin typeface="Courier New" panose="02070309020205020404" pitchFamily="49" charset="0"/>
                <a:cs typeface="Courier New" panose="02070309020205020404" pitchFamily="49" charset="0"/>
              </a:rPr>
              <a:t> if BOOLEAN_EXPRESSION:</a:t>
            </a:r>
          </a:p>
          <a:p>
            <a:pPr marL="0" indent="0">
              <a:buNone/>
            </a:pPr>
            <a:r>
              <a:rPr lang="en-US" dirty="0">
                <a:latin typeface="Courier New" panose="02070309020205020404" pitchFamily="49" charset="0"/>
                <a:cs typeface="Courier New" panose="02070309020205020404" pitchFamily="49" charset="0"/>
              </a:rPr>
              <a:t>     CODE TO BE EXECUTED IF CONDITION IS TRUE</a:t>
            </a:r>
          </a:p>
          <a:p>
            <a:pPr marL="0" indent="0">
              <a:buNone/>
            </a:pPr>
            <a:r>
              <a:rPr lang="en-US" dirty="0">
                <a:latin typeface="Courier New" panose="02070309020205020404" pitchFamily="49" charset="0"/>
                <a:cs typeface="Courier New" panose="02070309020205020404" pitchFamily="49" charset="0"/>
              </a:rPr>
              <a:t> else:</a:t>
            </a:r>
          </a:p>
          <a:p>
            <a:pPr marL="0" indent="0">
              <a:buNone/>
            </a:pPr>
            <a:r>
              <a:rPr lang="en-US" dirty="0">
                <a:latin typeface="Courier New" panose="02070309020205020404" pitchFamily="49" charset="0"/>
                <a:cs typeface="Courier New" panose="02070309020205020404" pitchFamily="49" charset="0"/>
              </a:rPr>
              <a:t>     CODE TO BE EXECUTED IF THE CONDITION IS FALSE</a:t>
            </a:r>
          </a:p>
          <a:p>
            <a:r>
              <a:rPr lang="en-US" dirty="0">
                <a:cs typeface="Courier New" panose="02070309020205020404" pitchFamily="49" charset="0"/>
              </a:rPr>
              <a:t>The else branch is optional. Note again the indentation!</a:t>
            </a:r>
          </a:p>
        </p:txBody>
      </p:sp>
    </p:spTree>
    <p:extLst>
      <p:ext uri="{BB962C8B-B14F-4D97-AF65-F5344CB8AC3E}">
        <p14:creationId xmlns:p14="http://schemas.microsoft.com/office/powerpoint/2010/main" val="1257633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8D859-036E-2FBD-1F83-9D55BD4AD61D}"/>
              </a:ext>
            </a:extLst>
          </p:cNvPr>
          <p:cNvSpPr>
            <a:spLocks noGrp="1"/>
          </p:cNvSpPr>
          <p:nvPr>
            <p:ph type="title"/>
          </p:nvPr>
        </p:nvSpPr>
        <p:spPr/>
        <p:txBody>
          <a:bodyPr/>
          <a:lstStyle/>
          <a:p>
            <a:r>
              <a:rPr lang="en-US" dirty="0"/>
              <a:t>Strings</a:t>
            </a:r>
            <a:endParaRPr lang="en-BE" dirty="0"/>
          </a:p>
        </p:txBody>
      </p:sp>
      <p:sp>
        <p:nvSpPr>
          <p:cNvPr id="3" name="Content Placeholder 2">
            <a:extLst>
              <a:ext uri="{FF2B5EF4-FFF2-40B4-BE49-F238E27FC236}">
                <a16:creationId xmlns:a16="http://schemas.microsoft.com/office/drawing/2014/main" id="{77C9CC8D-CD6B-4F74-8C2A-AC5ABCB3CCE2}"/>
              </a:ext>
            </a:extLst>
          </p:cNvPr>
          <p:cNvSpPr>
            <a:spLocks noGrp="1"/>
          </p:cNvSpPr>
          <p:nvPr>
            <p:ph idx="1"/>
          </p:nvPr>
        </p:nvSpPr>
        <p:spPr/>
        <p:txBody>
          <a:bodyPr/>
          <a:lstStyle/>
          <a:p>
            <a:r>
              <a:rPr lang="en-US" dirty="0"/>
              <a:t>Strings are different from integers and floats because they are </a:t>
            </a:r>
            <a:r>
              <a:rPr lang="en-US" b="1" dirty="0"/>
              <a:t>sequences </a:t>
            </a:r>
            <a:r>
              <a:rPr lang="en-US" dirty="0"/>
              <a:t>of characters</a:t>
            </a:r>
          </a:p>
          <a:p>
            <a:r>
              <a:rPr lang="en-US" dirty="0"/>
              <a:t>You can access individual characters using square brackets, remembering that Python starts counting </a:t>
            </a:r>
            <a:r>
              <a:rPr lang="en-US" b="1" dirty="0"/>
              <a:t>from 0!</a:t>
            </a:r>
            <a:endParaRPr lang="en-US" dirty="0"/>
          </a:p>
          <a:p>
            <a:pPr marL="0" indent="0" algn="ctr">
              <a:buNone/>
            </a:pPr>
            <a:r>
              <a:rPr lang="en-US" dirty="0"/>
              <a:t> </a:t>
            </a:r>
            <a:r>
              <a:rPr lang="en-BE" dirty="0"/>
              <a:t>"</a:t>
            </a:r>
            <a:r>
              <a:rPr lang="en-US" dirty="0"/>
              <a:t>hello</a:t>
            </a:r>
            <a:r>
              <a:rPr lang="en-BE" dirty="0"/>
              <a:t>“</a:t>
            </a:r>
            <a:r>
              <a:rPr lang="en-US" dirty="0"/>
              <a:t>[0] == </a:t>
            </a:r>
            <a:r>
              <a:rPr lang="en-BE" dirty="0"/>
              <a:t>"</a:t>
            </a:r>
            <a:r>
              <a:rPr lang="en-US" dirty="0"/>
              <a:t>h</a:t>
            </a:r>
            <a:r>
              <a:rPr lang="en-BE" dirty="0"/>
              <a:t>"</a:t>
            </a:r>
            <a:endParaRPr lang="en-US" dirty="0"/>
          </a:p>
          <a:p>
            <a:r>
              <a:rPr lang="en-US" dirty="0"/>
              <a:t>You can use slices to select multiple characters. The right boundary is NOT included!</a:t>
            </a:r>
          </a:p>
          <a:p>
            <a:pPr marL="0" indent="0" algn="ctr">
              <a:buNone/>
            </a:pPr>
            <a:r>
              <a:rPr lang="en-BE" dirty="0"/>
              <a:t>"</a:t>
            </a:r>
            <a:r>
              <a:rPr lang="en-US" dirty="0"/>
              <a:t>hello</a:t>
            </a:r>
            <a:r>
              <a:rPr lang="en-BE" dirty="0"/>
              <a:t>“</a:t>
            </a:r>
            <a:r>
              <a:rPr lang="en-US" dirty="0"/>
              <a:t>[1:4] == </a:t>
            </a:r>
            <a:r>
              <a:rPr lang="en-BE" dirty="0"/>
              <a:t>"</a:t>
            </a:r>
            <a:r>
              <a:rPr lang="en-US" dirty="0"/>
              <a:t>ell</a:t>
            </a:r>
            <a:r>
              <a:rPr lang="en-BE" dirty="0"/>
              <a:t>"</a:t>
            </a:r>
            <a:endParaRPr lang="en-US" dirty="0"/>
          </a:p>
          <a:p>
            <a:r>
              <a:rPr lang="en-US" dirty="0"/>
              <a:t>Strings are </a:t>
            </a:r>
            <a:r>
              <a:rPr lang="en-US" b="1" dirty="0"/>
              <a:t>IMMUTABLE</a:t>
            </a:r>
          </a:p>
        </p:txBody>
      </p:sp>
    </p:spTree>
    <p:extLst>
      <p:ext uri="{BB962C8B-B14F-4D97-AF65-F5344CB8AC3E}">
        <p14:creationId xmlns:p14="http://schemas.microsoft.com/office/powerpoint/2010/main" val="1871610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4A60E-B9AB-C16C-8D65-3643EC9CD439}"/>
              </a:ext>
            </a:extLst>
          </p:cNvPr>
          <p:cNvSpPr>
            <a:spLocks noGrp="1"/>
          </p:cNvSpPr>
          <p:nvPr>
            <p:ph type="title"/>
          </p:nvPr>
        </p:nvSpPr>
        <p:spPr/>
        <p:txBody>
          <a:bodyPr/>
          <a:lstStyle/>
          <a:p>
            <a:r>
              <a:rPr lang="en-US" dirty="0"/>
              <a:t>Some useful string methods</a:t>
            </a:r>
            <a:endParaRPr lang="en-BE" dirty="0"/>
          </a:p>
        </p:txBody>
      </p:sp>
      <p:sp>
        <p:nvSpPr>
          <p:cNvPr id="3" name="Content Placeholder 2">
            <a:extLst>
              <a:ext uri="{FF2B5EF4-FFF2-40B4-BE49-F238E27FC236}">
                <a16:creationId xmlns:a16="http://schemas.microsoft.com/office/drawing/2014/main" id="{F2463FEC-CF5B-1E73-3B7C-ABAB504B0D73}"/>
              </a:ext>
            </a:extLst>
          </p:cNvPr>
          <p:cNvSpPr>
            <a:spLocks noGrp="1"/>
          </p:cNvSpPr>
          <p:nvPr>
            <p:ph idx="1"/>
          </p:nvPr>
        </p:nvSpPr>
        <p:spPr/>
        <p:txBody>
          <a:bodyPr/>
          <a:lstStyle/>
          <a:p>
            <a:r>
              <a:rPr lang="en-US" dirty="0"/>
              <a:t>Methods are functions that are called by writing the name of a certain variable followed by a dot and then the name of the method</a:t>
            </a:r>
          </a:p>
          <a:p>
            <a:r>
              <a:rPr lang="en-US" dirty="0" err="1"/>
              <a:t>str.lower</a:t>
            </a:r>
            <a:r>
              <a:rPr lang="en-US" dirty="0"/>
              <a:t>() returns an all-lowercase version of the original string</a:t>
            </a:r>
          </a:p>
          <a:p>
            <a:r>
              <a:rPr lang="en-US" dirty="0" err="1"/>
              <a:t>str.upper</a:t>
            </a:r>
            <a:r>
              <a:rPr lang="en-US" dirty="0"/>
              <a:t>() returns an all-UPPERCASE version of the original string</a:t>
            </a:r>
          </a:p>
          <a:p>
            <a:r>
              <a:rPr lang="en-US" dirty="0" err="1"/>
              <a:t>str.replace</a:t>
            </a:r>
            <a:r>
              <a:rPr lang="en-US" dirty="0"/>
              <a:t>(old, new) returns a new string in which a substring of the original string (a sequence of consecutive characters contained in it) is replaced by a new substring</a:t>
            </a:r>
          </a:p>
          <a:p>
            <a:endParaRPr lang="en-US" dirty="0"/>
          </a:p>
        </p:txBody>
      </p:sp>
    </p:spTree>
    <p:extLst>
      <p:ext uri="{BB962C8B-B14F-4D97-AF65-F5344CB8AC3E}">
        <p14:creationId xmlns:p14="http://schemas.microsoft.com/office/powerpoint/2010/main" val="3678061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D6E09-2677-0166-E22F-861F866D803B}"/>
              </a:ext>
            </a:extLst>
          </p:cNvPr>
          <p:cNvSpPr>
            <a:spLocks noGrp="1"/>
          </p:cNvSpPr>
          <p:nvPr>
            <p:ph type="title"/>
          </p:nvPr>
        </p:nvSpPr>
        <p:spPr/>
        <p:txBody>
          <a:bodyPr/>
          <a:lstStyle/>
          <a:p>
            <a:r>
              <a:rPr lang="en-US" dirty="0"/>
              <a:t>The in operator and regular expressions</a:t>
            </a:r>
            <a:endParaRPr lang="en-BE" dirty="0"/>
          </a:p>
        </p:txBody>
      </p:sp>
      <p:sp>
        <p:nvSpPr>
          <p:cNvPr id="3" name="Content Placeholder 2">
            <a:extLst>
              <a:ext uri="{FF2B5EF4-FFF2-40B4-BE49-F238E27FC236}">
                <a16:creationId xmlns:a16="http://schemas.microsoft.com/office/drawing/2014/main" id="{676A5A87-A7EA-0253-0DF5-463BF768BA1E}"/>
              </a:ext>
            </a:extLst>
          </p:cNvPr>
          <p:cNvSpPr>
            <a:spLocks noGrp="1"/>
          </p:cNvSpPr>
          <p:nvPr>
            <p:ph idx="1"/>
          </p:nvPr>
        </p:nvSpPr>
        <p:spPr/>
        <p:txBody>
          <a:bodyPr/>
          <a:lstStyle/>
          <a:p>
            <a:r>
              <a:rPr lang="en-US" dirty="0"/>
              <a:t>The in operator can be used to check for a simple substring presence in a string</a:t>
            </a:r>
          </a:p>
          <a:p>
            <a:endParaRPr lang="en-US" dirty="0"/>
          </a:p>
          <a:p>
            <a:r>
              <a:rPr lang="en-US" dirty="0"/>
              <a:t>Regular expressions allow to search more complex patterns. Some examples:</a:t>
            </a:r>
          </a:p>
          <a:p>
            <a:pPr lvl="1"/>
            <a:r>
              <a:rPr lang="en-BE" dirty="0"/>
              <a:t>"</a:t>
            </a:r>
            <a:r>
              <a:rPr lang="en-US" dirty="0" err="1"/>
              <a:t>stringA|stringB</a:t>
            </a:r>
            <a:r>
              <a:rPr lang="en-BE" dirty="0"/>
              <a:t>"</a:t>
            </a:r>
            <a:r>
              <a:rPr lang="en-US" dirty="0"/>
              <a:t> allows for the matching of either </a:t>
            </a:r>
            <a:r>
              <a:rPr lang="en-US" dirty="0" err="1"/>
              <a:t>stringA</a:t>
            </a:r>
            <a:r>
              <a:rPr lang="en-US" dirty="0"/>
              <a:t> or string</a:t>
            </a:r>
          </a:p>
          <a:p>
            <a:pPr lvl="1"/>
            <a:r>
              <a:rPr lang="en-BE" dirty="0"/>
              <a:t>"</a:t>
            </a:r>
            <a:r>
              <a:rPr lang="en-US" dirty="0"/>
              <a:t>^</a:t>
            </a:r>
            <a:r>
              <a:rPr lang="en-BE" dirty="0"/>
              <a:t>"</a:t>
            </a:r>
            <a:r>
              <a:rPr lang="en-US" dirty="0"/>
              <a:t> matches the beginning of a string</a:t>
            </a:r>
          </a:p>
          <a:p>
            <a:pPr lvl="1"/>
            <a:r>
              <a:rPr lang="en-BE" dirty="0"/>
              <a:t>"</a:t>
            </a:r>
            <a:r>
              <a:rPr lang="en-US" dirty="0"/>
              <a:t>$</a:t>
            </a:r>
            <a:r>
              <a:rPr lang="en-BE" dirty="0"/>
              <a:t>"</a:t>
            </a:r>
            <a:r>
              <a:rPr lang="en-US" dirty="0"/>
              <a:t> matches the end of a string</a:t>
            </a:r>
          </a:p>
          <a:p>
            <a:pPr lvl="1"/>
            <a:r>
              <a:rPr lang="en-BE" dirty="0"/>
              <a:t>"</a:t>
            </a:r>
            <a:r>
              <a:rPr lang="en-US" dirty="0"/>
              <a:t>?</a:t>
            </a:r>
            <a:r>
              <a:rPr lang="en-BE" dirty="0"/>
              <a:t>"</a:t>
            </a:r>
            <a:r>
              <a:rPr lang="en-US" dirty="0"/>
              <a:t> specifies that the preceding character in the regex is optional (can also not be in the string)</a:t>
            </a:r>
          </a:p>
          <a:p>
            <a:pPr marL="228600" lvl="1" indent="0">
              <a:buNone/>
            </a:pPr>
            <a:endParaRPr lang="en-US" dirty="0"/>
          </a:p>
          <a:p>
            <a:r>
              <a:rPr lang="en-US" dirty="0"/>
              <a:t>There are many more powerful features, ask an LLM!</a:t>
            </a:r>
          </a:p>
          <a:p>
            <a:endParaRPr lang="en-BE" dirty="0"/>
          </a:p>
        </p:txBody>
      </p:sp>
    </p:spTree>
    <p:extLst>
      <p:ext uri="{BB962C8B-B14F-4D97-AF65-F5344CB8AC3E}">
        <p14:creationId xmlns:p14="http://schemas.microsoft.com/office/powerpoint/2010/main" val="2763770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1FEA9-884B-84AE-27E4-4D6AA7474312}"/>
              </a:ext>
            </a:extLst>
          </p:cNvPr>
          <p:cNvSpPr>
            <a:spLocks noGrp="1"/>
          </p:cNvSpPr>
          <p:nvPr>
            <p:ph type="title"/>
          </p:nvPr>
        </p:nvSpPr>
        <p:spPr/>
        <p:txBody>
          <a:bodyPr/>
          <a:lstStyle/>
          <a:p>
            <a:r>
              <a:rPr lang="en-US"/>
              <a:t>Lists</a:t>
            </a:r>
            <a:endParaRPr lang="en-BE" dirty="0"/>
          </a:p>
        </p:txBody>
      </p:sp>
      <p:sp>
        <p:nvSpPr>
          <p:cNvPr id="3" name="Content Placeholder 2">
            <a:extLst>
              <a:ext uri="{FF2B5EF4-FFF2-40B4-BE49-F238E27FC236}">
                <a16:creationId xmlns:a16="http://schemas.microsoft.com/office/drawing/2014/main" id="{F63EE49B-477C-411F-BC05-B79BA277FDF9}"/>
              </a:ext>
            </a:extLst>
          </p:cNvPr>
          <p:cNvSpPr>
            <a:spLocks noGrp="1"/>
          </p:cNvSpPr>
          <p:nvPr>
            <p:ph idx="1"/>
          </p:nvPr>
        </p:nvSpPr>
        <p:spPr/>
        <p:txBody>
          <a:bodyPr/>
          <a:lstStyle/>
          <a:p>
            <a:r>
              <a:rPr lang="en-US" dirty="0"/>
              <a:t>A list is a sequence of values of </a:t>
            </a:r>
            <a:r>
              <a:rPr lang="en-US" b="1" dirty="0"/>
              <a:t>any</a:t>
            </a:r>
            <a:r>
              <a:rPr lang="en-US" dirty="0"/>
              <a:t> type. The values in a list are called elements</a:t>
            </a:r>
          </a:p>
          <a:p>
            <a:r>
              <a:rPr lang="en-US" dirty="0"/>
              <a:t>Lists are created using square brackets. l = [1, 2, </a:t>
            </a:r>
            <a:r>
              <a:rPr lang="it-IT" dirty="0"/>
              <a:t>'</a:t>
            </a:r>
            <a:r>
              <a:rPr lang="en-US" dirty="0"/>
              <a:t>hello</a:t>
            </a:r>
            <a:r>
              <a:rPr lang="it-IT" dirty="0"/>
              <a:t>'</a:t>
            </a:r>
            <a:r>
              <a:rPr lang="en-US" dirty="0"/>
              <a:t>, [</a:t>
            </a:r>
            <a:r>
              <a:rPr lang="it-IT" dirty="0"/>
              <a:t>'</a:t>
            </a:r>
            <a:r>
              <a:rPr lang="en-US" dirty="0"/>
              <a:t>a string in another list</a:t>
            </a:r>
            <a:r>
              <a:rPr lang="it-IT" dirty="0"/>
              <a:t>'</a:t>
            </a:r>
            <a:r>
              <a:rPr lang="en-US" dirty="0"/>
              <a:t>], 57]</a:t>
            </a:r>
          </a:p>
          <a:p>
            <a:r>
              <a:rPr lang="en-US" dirty="0"/>
              <a:t>The </a:t>
            </a:r>
            <a:r>
              <a:rPr lang="en-US" dirty="0" err="1"/>
              <a:t>len</a:t>
            </a:r>
            <a:r>
              <a:rPr lang="en-US" dirty="0"/>
              <a:t>() function returns the element count of the list</a:t>
            </a:r>
          </a:p>
          <a:p>
            <a:r>
              <a:rPr lang="en-US" dirty="0"/>
              <a:t>Elements can be accessed with the square bracket notation and using slices. Unlike strings, lists are </a:t>
            </a:r>
            <a:r>
              <a:rPr lang="en-US" b="1" dirty="0"/>
              <a:t>mutable</a:t>
            </a:r>
          </a:p>
          <a:p>
            <a:endParaRPr lang="en-US" b="1" dirty="0"/>
          </a:p>
          <a:p>
            <a:pPr marL="0" indent="0">
              <a:buNone/>
            </a:pPr>
            <a:endParaRPr lang="en-BE" b="1" dirty="0"/>
          </a:p>
        </p:txBody>
      </p:sp>
    </p:spTree>
    <p:extLst>
      <p:ext uri="{BB962C8B-B14F-4D97-AF65-F5344CB8AC3E}">
        <p14:creationId xmlns:p14="http://schemas.microsoft.com/office/powerpoint/2010/main" val="1066570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4CC6B-5BBC-F2C4-0F6E-3E4E0B1D7A81}"/>
              </a:ext>
            </a:extLst>
          </p:cNvPr>
          <p:cNvSpPr>
            <a:spLocks noGrp="1"/>
          </p:cNvSpPr>
          <p:nvPr>
            <p:ph type="title"/>
          </p:nvPr>
        </p:nvSpPr>
        <p:spPr/>
        <p:txBody>
          <a:bodyPr/>
          <a:lstStyle/>
          <a:p>
            <a:r>
              <a:rPr lang="en-US" dirty="0"/>
              <a:t>List operations</a:t>
            </a:r>
            <a:endParaRPr lang="en-BE" dirty="0"/>
          </a:p>
        </p:txBody>
      </p:sp>
      <p:sp>
        <p:nvSpPr>
          <p:cNvPr id="3" name="Content Placeholder 2">
            <a:extLst>
              <a:ext uri="{FF2B5EF4-FFF2-40B4-BE49-F238E27FC236}">
                <a16:creationId xmlns:a16="http://schemas.microsoft.com/office/drawing/2014/main" id="{2D4F486D-9B34-C652-44CB-064357CF288F}"/>
              </a:ext>
            </a:extLst>
          </p:cNvPr>
          <p:cNvSpPr>
            <a:spLocks noGrp="1"/>
          </p:cNvSpPr>
          <p:nvPr>
            <p:ph idx="1"/>
          </p:nvPr>
        </p:nvSpPr>
        <p:spPr/>
        <p:txBody>
          <a:bodyPr/>
          <a:lstStyle/>
          <a:p>
            <a:r>
              <a:rPr lang="en-US" dirty="0"/>
              <a:t>The + operator concatenates list</a:t>
            </a:r>
          </a:p>
          <a:p>
            <a:pPr marL="0" indent="0" algn="ctr">
              <a:buNone/>
            </a:pPr>
            <a:r>
              <a:rPr lang="en-US" dirty="0"/>
              <a:t>[</a:t>
            </a:r>
            <a:r>
              <a:rPr lang="it-IT" dirty="0"/>
              <a:t>'</a:t>
            </a:r>
            <a:r>
              <a:rPr lang="en-US" dirty="0"/>
              <a:t>a</a:t>
            </a:r>
            <a:r>
              <a:rPr lang="it-IT" dirty="0"/>
              <a:t>'</a:t>
            </a:r>
            <a:r>
              <a:rPr lang="en-US" dirty="0"/>
              <a:t>, </a:t>
            </a:r>
            <a:r>
              <a:rPr lang="it-IT" dirty="0"/>
              <a:t>'</a:t>
            </a:r>
            <a:r>
              <a:rPr lang="en-US" dirty="0"/>
              <a:t>b</a:t>
            </a:r>
            <a:r>
              <a:rPr lang="it-IT" dirty="0"/>
              <a:t>'</a:t>
            </a:r>
            <a:r>
              <a:rPr lang="en-US" dirty="0"/>
              <a:t>] + [1, 2] == [</a:t>
            </a:r>
            <a:r>
              <a:rPr lang="it-IT" dirty="0"/>
              <a:t>'</a:t>
            </a:r>
            <a:r>
              <a:rPr lang="en-US" dirty="0"/>
              <a:t>a</a:t>
            </a:r>
            <a:r>
              <a:rPr lang="it-IT" dirty="0"/>
              <a:t>'</a:t>
            </a:r>
            <a:r>
              <a:rPr lang="en-US" dirty="0"/>
              <a:t>, </a:t>
            </a:r>
            <a:r>
              <a:rPr lang="it-IT" dirty="0"/>
              <a:t>'</a:t>
            </a:r>
            <a:r>
              <a:rPr lang="en-US" dirty="0"/>
              <a:t>b</a:t>
            </a:r>
            <a:r>
              <a:rPr lang="it-IT" dirty="0"/>
              <a:t>'</a:t>
            </a:r>
            <a:r>
              <a:rPr lang="en-US" dirty="0"/>
              <a:t>, 1, 2]</a:t>
            </a:r>
          </a:p>
          <a:p>
            <a:r>
              <a:rPr lang="en-US" dirty="0"/>
              <a:t>The * operator repeats a list a given number of times</a:t>
            </a:r>
          </a:p>
          <a:p>
            <a:pPr marL="0" indent="0" algn="ctr">
              <a:buNone/>
            </a:pPr>
            <a:r>
              <a:rPr lang="en-US" dirty="0"/>
              <a:t>[</a:t>
            </a:r>
            <a:r>
              <a:rPr lang="it-IT" dirty="0"/>
              <a:t>'</a:t>
            </a:r>
            <a:r>
              <a:rPr lang="en-US" dirty="0"/>
              <a:t>hello</a:t>
            </a:r>
            <a:r>
              <a:rPr lang="it-IT" dirty="0"/>
              <a:t>'</a:t>
            </a:r>
            <a:r>
              <a:rPr lang="en-US" dirty="0"/>
              <a:t>] * 3 == [</a:t>
            </a:r>
            <a:r>
              <a:rPr lang="it-IT" dirty="0"/>
              <a:t>'</a:t>
            </a:r>
            <a:r>
              <a:rPr lang="en-US" dirty="0"/>
              <a:t>hello</a:t>
            </a:r>
            <a:r>
              <a:rPr lang="it-IT" dirty="0"/>
              <a:t>'</a:t>
            </a:r>
            <a:r>
              <a:rPr lang="en-US" dirty="0"/>
              <a:t>, </a:t>
            </a:r>
            <a:r>
              <a:rPr lang="it-IT" dirty="0"/>
              <a:t>'</a:t>
            </a:r>
            <a:r>
              <a:rPr lang="en-US" dirty="0"/>
              <a:t>hello</a:t>
            </a:r>
            <a:r>
              <a:rPr lang="it-IT" dirty="0"/>
              <a:t>'</a:t>
            </a:r>
            <a:r>
              <a:rPr lang="en-US" dirty="0"/>
              <a:t>, </a:t>
            </a:r>
            <a:r>
              <a:rPr lang="it-IT" dirty="0"/>
              <a:t>'</a:t>
            </a:r>
            <a:r>
              <a:rPr lang="en-US" dirty="0"/>
              <a:t>hello</a:t>
            </a:r>
            <a:r>
              <a:rPr lang="it-IT" dirty="0"/>
              <a:t>'</a:t>
            </a:r>
            <a:r>
              <a:rPr lang="en-US" dirty="0"/>
              <a:t>]</a:t>
            </a:r>
          </a:p>
          <a:p>
            <a:r>
              <a:rPr lang="en-US" dirty="0"/>
              <a:t>The sum() function returns the sum of the elements in a list (provided they are all numbers) </a:t>
            </a:r>
            <a:endParaRPr lang="en-BE" dirty="0"/>
          </a:p>
        </p:txBody>
      </p:sp>
    </p:spTree>
    <p:extLst>
      <p:ext uri="{BB962C8B-B14F-4D97-AF65-F5344CB8AC3E}">
        <p14:creationId xmlns:p14="http://schemas.microsoft.com/office/powerpoint/2010/main" val="2350280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4249F-B1B2-4D93-EE2F-1C79F7463BE2}"/>
              </a:ext>
            </a:extLst>
          </p:cNvPr>
          <p:cNvSpPr>
            <a:spLocks noGrp="1"/>
          </p:cNvSpPr>
          <p:nvPr>
            <p:ph type="title"/>
          </p:nvPr>
        </p:nvSpPr>
        <p:spPr/>
        <p:txBody>
          <a:bodyPr/>
          <a:lstStyle/>
          <a:p>
            <a:r>
              <a:rPr lang="en-US" dirty="0"/>
              <a:t>List methods</a:t>
            </a:r>
            <a:endParaRPr lang="en-BE" dirty="0"/>
          </a:p>
        </p:txBody>
      </p:sp>
      <p:sp>
        <p:nvSpPr>
          <p:cNvPr id="3" name="Content Placeholder 2">
            <a:extLst>
              <a:ext uri="{FF2B5EF4-FFF2-40B4-BE49-F238E27FC236}">
                <a16:creationId xmlns:a16="http://schemas.microsoft.com/office/drawing/2014/main" id="{A93721EE-8CE1-C5D0-FA99-034D7C7A0034}"/>
              </a:ext>
            </a:extLst>
          </p:cNvPr>
          <p:cNvSpPr>
            <a:spLocks noGrp="1"/>
          </p:cNvSpPr>
          <p:nvPr>
            <p:ph idx="1"/>
          </p:nvPr>
        </p:nvSpPr>
        <p:spPr/>
        <p:txBody>
          <a:bodyPr/>
          <a:lstStyle/>
          <a:p>
            <a:r>
              <a:rPr lang="en-US" dirty="0"/>
              <a:t>Be careful! List methods </a:t>
            </a:r>
            <a:r>
              <a:rPr lang="en-US" b="1" i="1" dirty="0"/>
              <a:t>usually </a:t>
            </a:r>
            <a:r>
              <a:rPr lang="en-US" dirty="0"/>
              <a:t>modify the original list without returning it, unlike string methods.</a:t>
            </a:r>
          </a:p>
          <a:p>
            <a:r>
              <a:rPr lang="en-US" dirty="0" err="1"/>
              <a:t>list.append</a:t>
            </a:r>
            <a:r>
              <a:rPr lang="en-US" dirty="0"/>
              <a:t>() adds an element at the end of the list</a:t>
            </a:r>
          </a:p>
          <a:p>
            <a:r>
              <a:rPr lang="en-US" dirty="0" err="1"/>
              <a:t>list.extend</a:t>
            </a:r>
            <a:r>
              <a:rPr lang="en-US" dirty="0"/>
              <a:t>() takes another list as argument and appends each of its element to the original list</a:t>
            </a:r>
          </a:p>
          <a:p>
            <a:r>
              <a:rPr lang="en-US" dirty="0" err="1"/>
              <a:t>list.pop</a:t>
            </a:r>
            <a:r>
              <a:rPr lang="en-US" dirty="0"/>
              <a:t>() removes and returns the element at the provided index</a:t>
            </a:r>
          </a:p>
          <a:p>
            <a:r>
              <a:rPr lang="en-US" dirty="0" err="1"/>
              <a:t>list.remove</a:t>
            </a:r>
            <a:r>
              <a:rPr lang="en-US" dirty="0"/>
              <a:t>() removes (and doesn’t return) the specified element (by explicit reference)</a:t>
            </a:r>
          </a:p>
          <a:p>
            <a:endParaRPr lang="en-BE" dirty="0"/>
          </a:p>
        </p:txBody>
      </p:sp>
    </p:spTree>
    <p:extLst>
      <p:ext uri="{BB962C8B-B14F-4D97-AF65-F5344CB8AC3E}">
        <p14:creationId xmlns:p14="http://schemas.microsoft.com/office/powerpoint/2010/main" val="975236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F13AA-8AB4-C952-3860-3816B8E08CE8}"/>
              </a:ext>
            </a:extLst>
          </p:cNvPr>
          <p:cNvSpPr>
            <a:spLocks noGrp="1"/>
          </p:cNvSpPr>
          <p:nvPr>
            <p:ph type="title"/>
          </p:nvPr>
        </p:nvSpPr>
        <p:spPr/>
        <p:txBody>
          <a:bodyPr/>
          <a:lstStyle/>
          <a:p>
            <a:r>
              <a:rPr lang="en-US" dirty="0"/>
              <a:t>Lists and strings</a:t>
            </a:r>
            <a:endParaRPr lang="en-BE" dirty="0"/>
          </a:p>
        </p:txBody>
      </p:sp>
      <p:sp>
        <p:nvSpPr>
          <p:cNvPr id="3" name="Content Placeholder 2">
            <a:extLst>
              <a:ext uri="{FF2B5EF4-FFF2-40B4-BE49-F238E27FC236}">
                <a16:creationId xmlns:a16="http://schemas.microsoft.com/office/drawing/2014/main" id="{729ABA51-F1F4-0BF6-8A6A-C8CD9ACED2C3}"/>
              </a:ext>
            </a:extLst>
          </p:cNvPr>
          <p:cNvSpPr>
            <a:spLocks noGrp="1"/>
          </p:cNvSpPr>
          <p:nvPr>
            <p:ph idx="1"/>
          </p:nvPr>
        </p:nvSpPr>
        <p:spPr/>
        <p:txBody>
          <a:bodyPr/>
          <a:lstStyle/>
          <a:p>
            <a:r>
              <a:rPr lang="en-US" dirty="0"/>
              <a:t>You can easily convert a string to a list of characters using the list() function</a:t>
            </a:r>
          </a:p>
          <a:p>
            <a:pPr marL="0" indent="0" algn="ctr">
              <a:buNone/>
            </a:pPr>
            <a:r>
              <a:rPr lang="en-US" dirty="0"/>
              <a:t>list(</a:t>
            </a:r>
            <a:r>
              <a:rPr lang="en-BE" dirty="0"/>
              <a:t>"</a:t>
            </a:r>
            <a:r>
              <a:rPr lang="en-US" dirty="0"/>
              <a:t>hello world</a:t>
            </a:r>
            <a:r>
              <a:rPr lang="en-BE" dirty="0"/>
              <a:t>"</a:t>
            </a:r>
            <a:r>
              <a:rPr lang="en-US" dirty="0"/>
              <a:t>) == </a:t>
            </a:r>
            <a:r>
              <a:rPr lang="it-IT" dirty="0"/>
              <a:t>['h', 'e', 'l', 'l', 'o', ' ', 'w', 'o', 'r', 'l', 'd']</a:t>
            </a:r>
          </a:p>
          <a:p>
            <a:r>
              <a:rPr lang="en-US" dirty="0"/>
              <a:t>And vice versa using the </a:t>
            </a:r>
            <a:r>
              <a:rPr lang="en-US" dirty="0" err="1"/>
              <a:t>str.join</a:t>
            </a:r>
            <a:r>
              <a:rPr lang="en-US" dirty="0"/>
              <a:t>() method. The string you put before the dot is used as delimiter (can be empty for no delimiter)</a:t>
            </a:r>
          </a:p>
          <a:p>
            <a:pPr marL="0" indent="0" algn="ctr">
              <a:buNone/>
            </a:pPr>
            <a:r>
              <a:rPr lang="it-IT" dirty="0"/>
              <a:t>'-'.join(['h', 'e', 'l', 'l', 'o', ' ', 'w', 'o', 'r', 'l', 'd’]) == '</a:t>
            </a:r>
            <a:r>
              <a:rPr lang="en-US" dirty="0"/>
              <a:t>h-e-l-l-o- -w-o-r-l-d</a:t>
            </a:r>
            <a:r>
              <a:rPr lang="it-IT" dirty="0"/>
              <a:t>’</a:t>
            </a:r>
          </a:p>
          <a:p>
            <a:r>
              <a:rPr lang="en-US" dirty="0"/>
              <a:t>The </a:t>
            </a:r>
            <a:r>
              <a:rPr lang="en-US" dirty="0" err="1"/>
              <a:t>str.split</a:t>
            </a:r>
            <a:r>
              <a:rPr lang="en-US" dirty="0"/>
              <a:t>() method can be used to divide a string at a specified delimiter, e.g. to get a list of single words</a:t>
            </a:r>
          </a:p>
          <a:p>
            <a:pPr marL="0" indent="0" algn="ctr">
              <a:buNone/>
            </a:pPr>
            <a:r>
              <a:rPr lang="en-BE" dirty="0"/>
              <a:t>"</a:t>
            </a:r>
            <a:r>
              <a:rPr lang="en-US" dirty="0"/>
              <a:t>this is a multi-word string</a:t>
            </a:r>
            <a:r>
              <a:rPr lang="en-BE" dirty="0"/>
              <a:t>"</a:t>
            </a:r>
            <a:r>
              <a:rPr lang="en-US" dirty="0"/>
              <a:t>.split(</a:t>
            </a:r>
            <a:r>
              <a:rPr lang="en-BE" dirty="0"/>
              <a:t>"</a:t>
            </a:r>
            <a:r>
              <a:rPr lang="en-US" dirty="0"/>
              <a:t> </a:t>
            </a:r>
            <a:r>
              <a:rPr lang="en-BE" dirty="0"/>
              <a:t>"</a:t>
            </a:r>
            <a:r>
              <a:rPr lang="en-US" dirty="0"/>
              <a:t>) == [</a:t>
            </a:r>
            <a:r>
              <a:rPr lang="en-BE" dirty="0"/>
              <a:t>"</a:t>
            </a:r>
            <a:r>
              <a:rPr lang="en-US" dirty="0"/>
              <a:t>this</a:t>
            </a:r>
            <a:r>
              <a:rPr lang="en-BE" dirty="0"/>
              <a:t>"</a:t>
            </a:r>
            <a:r>
              <a:rPr lang="en-US" dirty="0"/>
              <a:t>, </a:t>
            </a:r>
            <a:r>
              <a:rPr lang="en-BE" dirty="0"/>
              <a:t>"</a:t>
            </a:r>
            <a:r>
              <a:rPr lang="en-US" dirty="0"/>
              <a:t>is</a:t>
            </a:r>
            <a:r>
              <a:rPr lang="en-BE" dirty="0"/>
              <a:t>"</a:t>
            </a:r>
            <a:r>
              <a:rPr lang="en-US" dirty="0"/>
              <a:t>, </a:t>
            </a:r>
            <a:r>
              <a:rPr lang="en-BE" dirty="0"/>
              <a:t>"</a:t>
            </a:r>
            <a:r>
              <a:rPr lang="en-US" dirty="0"/>
              <a:t>a</a:t>
            </a:r>
            <a:r>
              <a:rPr lang="en-BE" dirty="0"/>
              <a:t>"</a:t>
            </a:r>
            <a:r>
              <a:rPr lang="en-US" dirty="0"/>
              <a:t>, </a:t>
            </a:r>
            <a:r>
              <a:rPr lang="en-BE" dirty="0"/>
              <a:t>"</a:t>
            </a:r>
            <a:r>
              <a:rPr lang="en-US" dirty="0"/>
              <a:t>multi-word</a:t>
            </a:r>
            <a:r>
              <a:rPr lang="en-BE" dirty="0"/>
              <a:t>"</a:t>
            </a:r>
            <a:r>
              <a:rPr lang="en-US" dirty="0"/>
              <a:t>, </a:t>
            </a:r>
            <a:r>
              <a:rPr lang="en-BE" dirty="0"/>
              <a:t>"</a:t>
            </a:r>
            <a:r>
              <a:rPr lang="en-US" dirty="0"/>
              <a:t>string</a:t>
            </a:r>
            <a:r>
              <a:rPr lang="en-BE" dirty="0"/>
              <a:t>"</a:t>
            </a:r>
            <a:r>
              <a:rPr lang="en-US" dirty="0"/>
              <a:t>]</a:t>
            </a:r>
            <a:endParaRPr lang="it-IT" dirty="0"/>
          </a:p>
        </p:txBody>
      </p:sp>
    </p:spTree>
    <p:extLst>
      <p:ext uri="{BB962C8B-B14F-4D97-AF65-F5344CB8AC3E}">
        <p14:creationId xmlns:p14="http://schemas.microsoft.com/office/powerpoint/2010/main" val="9934063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174DD-2A54-0513-15E2-E645A94614E6}"/>
              </a:ext>
            </a:extLst>
          </p:cNvPr>
          <p:cNvSpPr>
            <a:spLocks noGrp="1"/>
          </p:cNvSpPr>
          <p:nvPr>
            <p:ph type="title"/>
          </p:nvPr>
        </p:nvSpPr>
        <p:spPr/>
        <p:txBody>
          <a:bodyPr/>
          <a:lstStyle/>
          <a:p>
            <a:r>
              <a:rPr lang="en-US" dirty="0"/>
              <a:t>Other list features</a:t>
            </a:r>
            <a:endParaRPr lang="en-BE" dirty="0"/>
          </a:p>
        </p:txBody>
      </p:sp>
      <p:sp>
        <p:nvSpPr>
          <p:cNvPr id="3" name="Content Placeholder 2">
            <a:extLst>
              <a:ext uri="{FF2B5EF4-FFF2-40B4-BE49-F238E27FC236}">
                <a16:creationId xmlns:a16="http://schemas.microsoft.com/office/drawing/2014/main" id="{B5DE4FAF-37D9-7E25-D21E-E2539DB843AE}"/>
              </a:ext>
            </a:extLst>
          </p:cNvPr>
          <p:cNvSpPr>
            <a:spLocks noGrp="1"/>
          </p:cNvSpPr>
          <p:nvPr>
            <p:ph idx="1"/>
          </p:nvPr>
        </p:nvSpPr>
        <p:spPr/>
        <p:txBody>
          <a:bodyPr/>
          <a:lstStyle/>
          <a:p>
            <a:r>
              <a:rPr lang="en-US" dirty="0"/>
              <a:t>for statements loop over every element of a list</a:t>
            </a:r>
          </a:p>
          <a:p>
            <a:endParaRPr lang="en-US" dirty="0"/>
          </a:p>
          <a:p>
            <a:r>
              <a:rPr lang="en-US" dirty="0"/>
              <a:t>The sorted() function returns a sorted version of the input sequence (list or string)</a:t>
            </a:r>
          </a:p>
          <a:p>
            <a:endParaRPr lang="en-US" dirty="0"/>
          </a:p>
          <a:p>
            <a:r>
              <a:rPr lang="en-US" dirty="0"/>
              <a:t>The </a:t>
            </a:r>
            <a:r>
              <a:rPr lang="en-US" dirty="0" err="1"/>
              <a:t>list.sort</a:t>
            </a:r>
            <a:r>
              <a:rPr lang="en-US" dirty="0"/>
              <a:t>() method sorts a list </a:t>
            </a:r>
            <a:r>
              <a:rPr lang="en-US" b="1" dirty="0"/>
              <a:t>in-place</a:t>
            </a:r>
            <a:r>
              <a:rPr lang="en-US" dirty="0"/>
              <a:t> (without returning it)</a:t>
            </a:r>
          </a:p>
          <a:p>
            <a:endParaRPr lang="en-BE" dirty="0"/>
          </a:p>
        </p:txBody>
      </p:sp>
    </p:spTree>
    <p:extLst>
      <p:ext uri="{BB962C8B-B14F-4D97-AF65-F5344CB8AC3E}">
        <p14:creationId xmlns:p14="http://schemas.microsoft.com/office/powerpoint/2010/main" val="2994925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6C05F-2D84-AC7F-B155-B0141DD91778}"/>
              </a:ext>
            </a:extLst>
          </p:cNvPr>
          <p:cNvSpPr>
            <a:spLocks noGrp="1"/>
          </p:cNvSpPr>
          <p:nvPr>
            <p:ph type="title"/>
          </p:nvPr>
        </p:nvSpPr>
        <p:spPr/>
        <p:txBody>
          <a:bodyPr/>
          <a:lstStyle/>
          <a:p>
            <a:r>
              <a:rPr lang="en-US" dirty="0"/>
              <a:t>Dictionaries</a:t>
            </a:r>
            <a:endParaRPr lang="en-BE" dirty="0"/>
          </a:p>
        </p:txBody>
      </p:sp>
      <p:sp>
        <p:nvSpPr>
          <p:cNvPr id="3" name="Content Placeholder 2">
            <a:extLst>
              <a:ext uri="{FF2B5EF4-FFF2-40B4-BE49-F238E27FC236}">
                <a16:creationId xmlns:a16="http://schemas.microsoft.com/office/drawing/2014/main" id="{F8BB4F83-432D-A5CD-C223-6D0FFA6F6B47}"/>
              </a:ext>
            </a:extLst>
          </p:cNvPr>
          <p:cNvSpPr>
            <a:spLocks noGrp="1"/>
          </p:cNvSpPr>
          <p:nvPr>
            <p:ph idx="1"/>
          </p:nvPr>
        </p:nvSpPr>
        <p:spPr/>
        <p:txBody>
          <a:bodyPr>
            <a:normAutofit lnSpcReduction="10000"/>
          </a:bodyPr>
          <a:lstStyle/>
          <a:p>
            <a:r>
              <a:rPr lang="en-US" dirty="0"/>
              <a:t>A dictionary is a generalized form of a list. You can see a dictionary as a list of values whose indices are not just integers, but any type*</a:t>
            </a:r>
          </a:p>
          <a:p>
            <a:r>
              <a:rPr lang="en-US" dirty="0"/>
              <a:t>The indices are called </a:t>
            </a:r>
            <a:r>
              <a:rPr lang="en-US" b="1" dirty="0"/>
              <a:t>keys</a:t>
            </a:r>
          </a:p>
          <a:p>
            <a:r>
              <a:rPr lang="en-US" dirty="0"/>
              <a:t>Dictionaries are created by wrapping key: value pairs in curly braces</a:t>
            </a:r>
          </a:p>
          <a:p>
            <a:pPr marL="0" indent="0">
              <a:buNone/>
            </a:pPr>
            <a:endParaRPr lang="en-US" dirty="0"/>
          </a:p>
          <a:p>
            <a:r>
              <a:rPr lang="en-US" dirty="0"/>
              <a:t>The in operator tells you if something is a </a:t>
            </a:r>
            <a:r>
              <a:rPr lang="en-US" u="sng" dirty="0"/>
              <a:t>key</a:t>
            </a:r>
            <a:r>
              <a:rPr lang="en-US" dirty="0"/>
              <a:t> in the dictionary. Similarly, the for statement loops over keys as well</a:t>
            </a:r>
          </a:p>
          <a:p>
            <a:r>
              <a:rPr lang="en-US" dirty="0"/>
              <a:t>To access values you have to use the </a:t>
            </a:r>
            <a:r>
              <a:rPr lang="en-US" dirty="0" err="1"/>
              <a:t>dict.values</a:t>
            </a:r>
            <a:r>
              <a:rPr lang="en-US" dirty="0"/>
              <a:t>() method</a:t>
            </a:r>
          </a:p>
          <a:p>
            <a:endParaRPr lang="en-US" dirty="0"/>
          </a:p>
          <a:p>
            <a:pPr marL="0" indent="0">
              <a:buNone/>
            </a:pPr>
            <a:r>
              <a:rPr lang="en-US" sz="1300" dirty="0"/>
              <a:t>* the key has to be of a </a:t>
            </a:r>
            <a:r>
              <a:rPr lang="en-US" sz="1300" i="1" dirty="0" err="1"/>
              <a:t>hashable</a:t>
            </a:r>
            <a:r>
              <a:rPr lang="en-US" sz="1300" dirty="0"/>
              <a:t> type. The definition of </a:t>
            </a:r>
            <a:r>
              <a:rPr lang="en-US" sz="1300" dirty="0" err="1"/>
              <a:t>hashable</a:t>
            </a:r>
            <a:r>
              <a:rPr lang="en-US" sz="1300" dirty="0"/>
              <a:t> is outside the scope of this course. For now it is sufficient to say that “simple” immutable types like </a:t>
            </a:r>
            <a:r>
              <a:rPr lang="en-US" sz="1300" dirty="0" err="1"/>
              <a:t>ints</a:t>
            </a:r>
            <a:r>
              <a:rPr lang="en-US" sz="1300" dirty="0"/>
              <a:t> and strings can be used as keys</a:t>
            </a:r>
          </a:p>
        </p:txBody>
      </p:sp>
    </p:spTree>
    <p:extLst>
      <p:ext uri="{BB962C8B-B14F-4D97-AF65-F5344CB8AC3E}">
        <p14:creationId xmlns:p14="http://schemas.microsoft.com/office/powerpoint/2010/main" val="2637916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0DD68-2687-3E0B-71F1-55C9F4422F92}"/>
              </a:ext>
            </a:extLst>
          </p:cNvPr>
          <p:cNvSpPr>
            <a:spLocks noGrp="1"/>
          </p:cNvSpPr>
          <p:nvPr>
            <p:ph type="title"/>
          </p:nvPr>
        </p:nvSpPr>
        <p:spPr/>
        <p:txBody>
          <a:bodyPr/>
          <a:lstStyle/>
          <a:p>
            <a:r>
              <a:rPr lang="en-US" dirty="0"/>
              <a:t>Tuples</a:t>
            </a:r>
            <a:endParaRPr lang="en-BE" dirty="0"/>
          </a:p>
        </p:txBody>
      </p:sp>
      <p:sp>
        <p:nvSpPr>
          <p:cNvPr id="3" name="Content Placeholder 2">
            <a:extLst>
              <a:ext uri="{FF2B5EF4-FFF2-40B4-BE49-F238E27FC236}">
                <a16:creationId xmlns:a16="http://schemas.microsoft.com/office/drawing/2014/main" id="{72E6B18C-E21E-8DD2-F001-3EC684316688}"/>
              </a:ext>
            </a:extLst>
          </p:cNvPr>
          <p:cNvSpPr>
            <a:spLocks noGrp="1"/>
          </p:cNvSpPr>
          <p:nvPr>
            <p:ph idx="1"/>
          </p:nvPr>
        </p:nvSpPr>
        <p:spPr/>
        <p:txBody>
          <a:bodyPr/>
          <a:lstStyle/>
          <a:p>
            <a:r>
              <a:rPr lang="en-US" dirty="0"/>
              <a:t>Tuples, like lists, are sequences of values indexed by integers, but they are </a:t>
            </a:r>
            <a:r>
              <a:rPr lang="en-US" b="1" dirty="0"/>
              <a:t>immutable</a:t>
            </a:r>
            <a:endParaRPr lang="en-US" dirty="0"/>
          </a:p>
          <a:p>
            <a:r>
              <a:rPr lang="en-US" dirty="0"/>
              <a:t>They can be created by just listing comma-separated values, optionally enclosed by round parentheses. To create a one-element tuple you have to include a final comma.</a:t>
            </a:r>
          </a:p>
          <a:p>
            <a:r>
              <a:rPr lang="en-US" dirty="0"/>
              <a:t>Most list operations also work on tuples (e.g. bracket notation, slices, +, *, sorted)</a:t>
            </a:r>
          </a:p>
          <a:p>
            <a:endParaRPr lang="en-US" dirty="0"/>
          </a:p>
          <a:p>
            <a:r>
              <a:rPr lang="en-US" dirty="0"/>
              <a:t>Since tuples are immutable they can be used as </a:t>
            </a:r>
            <a:r>
              <a:rPr lang="en-US" dirty="0" err="1"/>
              <a:t>dict</a:t>
            </a:r>
            <a:r>
              <a:rPr lang="en-US" dirty="0"/>
              <a:t> keys.</a:t>
            </a:r>
          </a:p>
        </p:txBody>
      </p:sp>
    </p:spTree>
    <p:extLst>
      <p:ext uri="{BB962C8B-B14F-4D97-AF65-F5344CB8AC3E}">
        <p14:creationId xmlns:p14="http://schemas.microsoft.com/office/powerpoint/2010/main" val="1034135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0EE4A-B837-B79C-76B3-B87B9F9D319D}"/>
              </a:ext>
            </a:extLst>
          </p:cNvPr>
          <p:cNvSpPr>
            <a:spLocks noGrp="1"/>
          </p:cNvSpPr>
          <p:nvPr>
            <p:ph type="title"/>
          </p:nvPr>
        </p:nvSpPr>
        <p:spPr/>
        <p:txBody>
          <a:bodyPr/>
          <a:lstStyle/>
          <a:p>
            <a:r>
              <a:rPr lang="en-US" dirty="0"/>
              <a:t>Tuple packing and unpacking</a:t>
            </a:r>
            <a:endParaRPr lang="en-BE" dirty="0"/>
          </a:p>
        </p:txBody>
      </p:sp>
      <p:sp>
        <p:nvSpPr>
          <p:cNvPr id="3" name="Content Placeholder 2">
            <a:extLst>
              <a:ext uri="{FF2B5EF4-FFF2-40B4-BE49-F238E27FC236}">
                <a16:creationId xmlns:a16="http://schemas.microsoft.com/office/drawing/2014/main" id="{7CD91063-F5F7-BF5E-4880-26467A9AF6F6}"/>
              </a:ext>
            </a:extLst>
          </p:cNvPr>
          <p:cNvSpPr>
            <a:spLocks noGrp="1"/>
          </p:cNvSpPr>
          <p:nvPr>
            <p:ph idx="1"/>
          </p:nvPr>
        </p:nvSpPr>
        <p:spPr/>
        <p:txBody>
          <a:bodyPr/>
          <a:lstStyle/>
          <a:p>
            <a:r>
              <a:rPr lang="en-US" dirty="0"/>
              <a:t>Tuples can be put on both sides of an assignment statement.</a:t>
            </a:r>
          </a:p>
          <a:p>
            <a:pPr marL="0" indent="0" algn="ctr">
              <a:buNone/>
            </a:pPr>
            <a:r>
              <a:rPr lang="en-US" dirty="0"/>
              <a:t>a, b = 1, 2  -&gt; a gets the value 1, b gets the value 2</a:t>
            </a:r>
          </a:p>
          <a:p>
            <a:r>
              <a:rPr lang="en-US" dirty="0"/>
              <a:t>This can be used to swap the values of two variables in a single line of code</a:t>
            </a:r>
          </a:p>
          <a:p>
            <a:pPr marL="0" indent="0" algn="ctr">
              <a:buNone/>
            </a:pPr>
            <a:r>
              <a:rPr lang="en-US" dirty="0"/>
              <a:t>a, b = b, a</a:t>
            </a:r>
          </a:p>
          <a:p>
            <a:r>
              <a:rPr lang="en-US" dirty="0"/>
              <a:t>Tuple packing is used to have functions return multiple values</a:t>
            </a:r>
          </a:p>
        </p:txBody>
      </p:sp>
    </p:spTree>
    <p:extLst>
      <p:ext uri="{BB962C8B-B14F-4D97-AF65-F5344CB8AC3E}">
        <p14:creationId xmlns:p14="http://schemas.microsoft.com/office/powerpoint/2010/main" val="191071455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0237F90CC9F849A301EC8DD892D112" ma:contentTypeVersion="4" ma:contentTypeDescription="Een nieuw document maken." ma:contentTypeScope="" ma:versionID="afe2fa194fee0eaf1453672f13a23597">
  <xsd:schema xmlns:xsd="http://www.w3.org/2001/XMLSchema" xmlns:xs="http://www.w3.org/2001/XMLSchema" xmlns:p="http://schemas.microsoft.com/office/2006/metadata/properties" xmlns:ns3="9b686549-2dc3-4bd0-b152-734f9779ea1f" targetNamespace="http://schemas.microsoft.com/office/2006/metadata/properties" ma:root="true" ma:fieldsID="c3a672704b3ed74c94cd6d0e7f1e6c63" ns3:_="">
    <xsd:import namespace="9b686549-2dc3-4bd0-b152-734f9779ea1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686549-2dc3-4bd0-b152-734f9779ea1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CCD18BD-1104-41D7-BAB2-73D9416C5A8D}">
  <ds:schemaRefs>
    <ds:schemaRef ds:uri="http://schemas.microsoft.com/office/2006/documentManagement/types"/>
    <ds:schemaRef ds:uri="http://schemas.microsoft.com/office/infopath/2007/PartnerControls"/>
    <ds:schemaRef ds:uri="http://www.w3.org/XML/1998/namespace"/>
    <ds:schemaRef ds:uri="http://purl.org/dc/dcmitype/"/>
    <ds:schemaRef ds:uri="http://schemas.microsoft.com/office/2006/metadata/properties"/>
    <ds:schemaRef ds:uri="http://purl.org/dc/terms/"/>
    <ds:schemaRef ds:uri="http://schemas.openxmlformats.org/package/2006/metadata/core-properties"/>
    <ds:schemaRef ds:uri="9b686549-2dc3-4bd0-b152-734f9779ea1f"/>
    <ds:schemaRef ds:uri="http://purl.org/dc/elements/1.1/"/>
  </ds:schemaRefs>
</ds:datastoreItem>
</file>

<file path=customXml/itemProps2.xml><?xml version="1.0" encoding="utf-8"?>
<ds:datastoreItem xmlns:ds="http://schemas.openxmlformats.org/officeDocument/2006/customXml" ds:itemID="{1A154E21-7F55-4002-81DC-AA9AB0955A50}">
  <ds:schemaRefs>
    <ds:schemaRef ds:uri="http://schemas.microsoft.com/sharepoint/v3/contenttype/forms"/>
  </ds:schemaRefs>
</ds:datastoreItem>
</file>

<file path=customXml/itemProps3.xml><?xml version="1.0" encoding="utf-8"?>
<ds:datastoreItem xmlns:ds="http://schemas.openxmlformats.org/officeDocument/2006/customXml" ds:itemID="{0F758E7D-8261-4C04-82F6-42601BDC8C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686549-2dc3-4bd0-b152-734f9779ea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4678</TotalTime>
  <Words>1908</Words>
  <Application>Microsoft Office PowerPoint</Application>
  <PresentationFormat>Widescreen</PresentationFormat>
  <Paragraphs>187</Paragraphs>
  <Slides>30</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30</vt:i4>
      </vt:variant>
    </vt:vector>
  </HeadingPairs>
  <TitlesOfParts>
    <vt:vector size="34" baseType="lpstr">
      <vt:lpstr>Arial</vt:lpstr>
      <vt:lpstr>Courier New</vt:lpstr>
      <vt:lpstr>Neue Haas Grotesk Text Pro</vt:lpstr>
      <vt:lpstr>VanillaVTI</vt:lpstr>
      <vt:lpstr>Introduction to Python and Data Analysis</vt:lpstr>
      <vt:lpstr>What is Python?</vt:lpstr>
      <vt:lpstr>Python installation</vt:lpstr>
      <vt:lpstr>A simple way to start with Python: Google Colab</vt:lpstr>
      <vt:lpstr>What is a notebook?</vt:lpstr>
      <vt:lpstr>Using Python as a calculator: Arithmetic operators</vt:lpstr>
      <vt:lpstr>Presentazione standard di PowerPoint</vt:lpstr>
      <vt:lpstr>Some useful arithmetic functions</vt:lpstr>
      <vt:lpstr>Strings</vt:lpstr>
      <vt:lpstr>Values and types recap</vt:lpstr>
      <vt:lpstr>Variables</vt:lpstr>
      <vt:lpstr>Modules and the import statement</vt:lpstr>
      <vt:lpstr>Displaying the value of expressions</vt:lpstr>
      <vt:lpstr>Defining new functions</vt:lpstr>
      <vt:lpstr>Why use functions?</vt:lpstr>
      <vt:lpstr>Repetition and the range() function</vt:lpstr>
      <vt:lpstr>Boolean expressions</vt:lpstr>
      <vt:lpstr>Logical operators</vt:lpstr>
      <vt:lpstr>if statements</vt:lpstr>
      <vt:lpstr>Strings</vt:lpstr>
      <vt:lpstr>Some useful string methods</vt:lpstr>
      <vt:lpstr>The in operator and regular expressions</vt:lpstr>
      <vt:lpstr>Lists</vt:lpstr>
      <vt:lpstr>List operations</vt:lpstr>
      <vt:lpstr>List methods</vt:lpstr>
      <vt:lpstr>Lists and strings</vt:lpstr>
      <vt:lpstr>Other list features</vt:lpstr>
      <vt:lpstr>Dictionaries</vt:lpstr>
      <vt:lpstr>Tuples</vt:lpstr>
      <vt:lpstr>Tuple packing and unpacking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Misiti</dc:creator>
  <cp:lastModifiedBy>andrea misiti</cp:lastModifiedBy>
  <cp:revision>1</cp:revision>
  <dcterms:created xsi:type="dcterms:W3CDTF">2026-03-20T08:47:38Z</dcterms:created>
  <dcterms:modified xsi:type="dcterms:W3CDTF">2026-04-03T15:20:01Z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0x010100F50237F90CC9F849A301EC8DD892D112</vt:lpwstr>
  </property>
</Properties>
</file>